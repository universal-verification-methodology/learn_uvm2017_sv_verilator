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0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6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Complex Testbenches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 production-quality multi-agent testbenches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Build production-quality multi-agent testbenches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This module covers building complex, production-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quality testbenches with multiple agents, protocol…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Testbench Architecture (1/13)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Hierarchical Component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hierarchy design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Separation of concerns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relationships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Testbench Architecture (2/13)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construction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 assembly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connections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Phase-based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Clean component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Testbench Architecture (3/13)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Reusable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Maintainable testbench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Class (`ArchTxn`): Base transaction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address, data, and write/read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Sequencer (`ArchSequencer`): UVM sequencer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 flow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 (`ArchDriver`): UVM driver that receives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drives 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Testbench Architecture (4/13)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 (`ArchMonitor`): UVM monitor that observes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DUT behavior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(`ArchAgent`): UVM agent containing sequencer,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driver, and monitor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 (`ArchEnv`): UVM environment containing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agent instances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(`ArchSmokeSeq`): UVM sequence generating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random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(`ArchitectureTest`): Top-level UVM 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orchestrating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`function bit randomize();`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Testbench Architecture (5/13)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Return Type: `bit` (1 = success, 0 = failure)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Generate random test vectors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constraints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Call after creating transaction, before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sending to sequencer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`void'()` suppresses Verilator warning about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ignored return value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Constraints: Use `with { constraint_expression; }`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conditional randomization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Example: `void'(t.randomize() with { addr[31:16] ==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16'h0000; });` constrains upper address 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Testbench Architecture (6/13)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`task body();` (no parameters, no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return)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Generate and send multiple transactions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Execution Flow: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`repeat` loop generates multiple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sequentially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Blocking Behavior: `start_item()`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`finish_item()` both block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Lifetime: Transaction created in loop,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sent to sequencer, then driver processes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Testbench Architecture (7/13)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`function void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build_phase(uvm_phase phase);`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Phase Type: Build-time phase (function, executes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top-down)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Create all child components of the agent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Execution Order: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All components created in agent's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`build_phase()`, before `connect_phase()`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Factory Benefits: Enables type/instance overrides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via factory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Testbench Architecture (8/13)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Hierarchical Naming: Full path =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"test.env.agent.seqr" (automatic)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`function void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connect_phase(uvm_phase phase);`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Phase Type: Connect-time phase (function, executes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bottom-up)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Connect TLM ports/exports between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Execution Order: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TLM connections made in `connect_phase()`,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after all components created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Testbench Architecture (9/13)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TLM Pattern: Port (initiator) connects to Export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(target)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Flow: Sequence → Sequencer (export)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Driver (port) → DUT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Connection Timing: Must happen after `build_phase()`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(components must exist)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`task run_phase(uvm_phase phase);`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Phase Type: Run-time phase (task, executes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concurrently)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Execute test stimulus (sequences, driving,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monitoring)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Testbench Architecture (10/13)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Execution Flow: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Objection mechanism controls phase completion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Execution: `seq.start(sequencer)` blocks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until `body()` completes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Flow: Test → Sequence → Sequencer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Driver → DUT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Timing: All run_phase tasks execute concurrently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(forked)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Hierarchical component organization enables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maintainable testbenches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Testbench Architecture (11/13)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Separation of concerns (driver, monitor, sequencer)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improves reusability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factory and configuration provide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flexibility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Phase-based execution model ensures proper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initialization and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Transaction-based communication decouples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hierarchy: Test → Env → Agent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Sequencer/Driver/Monitor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Factory creation: `type_id::create()` for all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Testbench Architecture (12/13)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Phase execution: Build → Connect → Run → Report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execution: `seq.start(sequencer)`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run_phase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component hierarchy construction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generation and driving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phase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report summary with component 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Testbench Architecture (13/13)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Hierarchy: Agent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Sequencer/Driver/Monitor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Factory Pattern: Using `type_id::create()`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component creation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Phase Execution: Build, connect, run, check, report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phases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Flow: Sequence → Sequencer → Driver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Multi-Agent Environments (1/12)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Agent Coordination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agent instantiation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communication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Cross-agent stimulus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Multi-Agent Environments (2/12)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 definition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Multi-sequencer coordination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Parallel sequence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synchronization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Reuse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Parameterized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Multi-Agent Environments (3/12)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configuration database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Reusable agent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instantiation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(`MA_Txn`): Transaction with agent ID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data fields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(`MA_Agent`): Parameterized agent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configurable agent ID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 (`MA_VirtualSeq`): Coordinates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sequences across multiple sequencers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Multi-Agent Environments (4/12)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 (`MA_Env`): Contains two agent instances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(a0 and a1)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(`MultiAgentTest`): Orchestrates multi-agent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`static function bit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get(uvm_component cntxt, string inst_name, string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field_name…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Template Parameter: `T` = type of value (int,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string, object, etc.)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Retrieve configuration values from ConfigDB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Search Behavior: Searches up component hierarchy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from `cntxt`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Multi-Agent Environments (5/12)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Call in `build_phase()` before using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value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Always check return value, provide defaults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Hierarchy Search: Searches current component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parent → ... → top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`static function void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set(uvm_component cntxt, string inst_name, string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field_nam…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Template Parameter: `T` = type of value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Store configuration values in ConfigDB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Multi-Agent Environments (6/12)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Timing: MUST be called BEFORE creating the component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Hierarchical Path: Full path = "env.a0.agent_id"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(automatic)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Set config → Create component → Component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retrieves config in its `build_phase()`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Pattern: Environment sets config, agents retrieve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config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`task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execute_item(uvm_sequence_item item);`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Execute transaction directly on sequencer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(combines start_item + finish_item)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Multi-Agent Environments (7/12)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Behavior: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Sends transaction to sequencer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Waits for driver to complete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Blocks until transaction fully processed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Alternative to `start_item()` 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`finish_item()` pair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Useful in virtual sequences for direct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execution on multiple sequencers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Multi-Agent Environments (8/12)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Parallel Execution: Fork-join enables concurrent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execution on multiple sequencers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Flow: Virtual sequence → Multiple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sequencers → Multiple drivers → DUT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`task start(uvm_sequencer_base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sequencer);`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Start virtual sequence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 Pattern: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Sequencer references MUST be set before calling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`start()`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Multi-Agent Environments (9/12)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Difference: Regular sequences use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`start(sequencer)`, virtual sequences use assigned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references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Execution: Virtual sequence body() uses assigned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sequencers for parallel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Execute transactions on multiple agents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concurrently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Fork-join enables parallel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agents enable complex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scenarios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sequences coordinate stimulus across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Multi-Agent Environments (10/12)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configuration via config database provides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flexibility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Parallel sequence execution using fork-join enables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concurrent testing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reuse patterns improve productivity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configuration - Via ConfigDB before creation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 - Coordinates multiple sequencers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`execute_item()` - Direct transaction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Multi-Agent Environments (11/12)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Parallel execution - Fork-join for concurrent agents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reuse - Same agent class, different instances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Two agents running in parallel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 coordinating both agents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Agent-specific transaction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Cross-agent stimulus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Multi-Agent Environments (12/12)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Sequences: Sequences that coordinate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multiple sequencers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Configuration: Using `uvm_config_db`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configure agent parameters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Parallel Execution: Fork-join for concurrent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Reuse: Same agent class used for multiple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instances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Protocol Verification (1/9)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Modeling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 definition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transaction modeling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signal mapping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timing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Protocol Verification (2/9)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Protocol-aware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transaction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sequence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Drivers and Monitors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driver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Protocol Verification (3/9)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monitor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Handshake protocol handling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signal sampling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 (`axi_lite_if`): AXI4-Lite interface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all required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(`AxiTxn`): AXI transaction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read/write, address, and data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 (`AxiDriver`): Protocol-aware driver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implementing AXI4-Lite handshake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Protocol Verification (4/9)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 (`AxiMonitor`): Protocol monitor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observing AXI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 (`ProtocolEnv`): Protocol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environment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(`ProtocolTest`): Protocol verification 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with AXI4-Lite slave DUT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Get virtual interface for protocol access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Must be set before driver can access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Implement AXI write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Protocol Verification (5/9)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Handshake pattern - assert VALID, wait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READY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Implement AXI read protocol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Capture read data from interface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Generic handshake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Assert VALID, wait for READY, deassert VALID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Synchronize with protocol clock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Protocol Verification (6/9)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All protocol operations clock-synchronized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Set interface for all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Set before `run_test()`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Protocol-shaped driver/monitor scaffolding enables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protocol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Handshake protocol implementation (VALID/READY) 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fundamental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Interface-based communication provides structured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protocol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Protocol Verification (7/9)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transaction modeling captures protocol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semantics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Clock-synchronized protocol operations ensure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correct timing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interface - Access protocol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Handshake pattern - VALID/READY protocol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synchronization - `@(posedge clk)` for all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Write protocol - Address + Data + Response channels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Protocol Verification (8/9)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protocol - Address + Data channels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`do-while` loop - Wait for handshake completion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AXI4-Lite write and read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Handshake protocol demonstration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driver and monitor operation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 interaction with protocol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Protocol Verification (9/9)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Interfaces: Structured interface definition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protocol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Handshake Protocol: VALID/READY handshake for flow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Drivers: Clock-synchronized protocol signal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driving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Monitors: Protocol signal observation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 reconstruction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Protocol Checkers (1/8)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Rule Checking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rule definition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Assertion-like checking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Bounded wait checking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compliance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Protocol Checkers (2/8)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violation detection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timing checks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state checking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Checker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checker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Protocol Checkers (3/8)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 monitoring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Rule enforcement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Compliance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 (`chk_if`): Simple handshake interface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with valid/ready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Checker Component (`CheckerComp`): UVM component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that monitors protocol rules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Rules: Valid must stay asserted until ready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(bounded wait)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Protocol Checkers (4/8)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(`ProtocolCheckersTest`): Test that exercises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protocol checker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Monitor protocol compliance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Bounded wait prevents infinite waits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Check that protocol doesn't wait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indefinitely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Count cycles, report if exceeded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Ignore protocol during reset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Protocol Checkers (5/8)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Use `continue` to skip reset cycles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Detect protocol states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Check signal combinations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Report protocol violations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Use appropriate severity level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rule checking ensures protocol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Protocol Checkers (6/8)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Assertion-like patterns in UVM provide structured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checking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Bounded wait checking prevents protocol violations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compliance verification catches design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errors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detection and reporting enable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Bounded wait - Check timeout conditions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handling - Skip checking during reset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Protocol Checkers (7/8)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State monitoring - Check protocol signal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combinations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reporting - Report violations with `uvm_error`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Forever loop - Continuous monitoring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handshake monitoring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Rule violation detection (if any)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Bounded wait checking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Protocol Checkers (8/8)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compliance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Checkers: UVM components that monitor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protocol rules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Bounded Wait: Checking that protocol signals don't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wait indefinitely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Rule Enforcement: Detecting and reporting protocol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violations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Compliance Verification: Ensuring design follows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protocol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Multi-Channel Scoreboards (1/17)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Multi-Channel Scoreboarding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stream handling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matching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 aggregation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architecture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Multi-Channel Scoreboards (2/17)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Matching algorithms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comparison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Match criteria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Unmatched transaction handling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 Aggregation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Pass/fail 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Multi-Channel Scoreboards (3/17)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Statistics collection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tracking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(`SB_Txn`): Scoreboard transaction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stream ID, sequence number, and data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Stream Producer (`StreamProducer`): Component that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generates transactions for a stream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Multi-Channel Scoreboard (`MultiChannelScoreboard`):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 that matches transactions from mult…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Multi-Channel Scoreboards (4/17)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(`ScoreboardsTest`): Test with two stream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producers and a scoreboard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Match transactions from multiple streams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Use associative arrays indexed by sequence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number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Manage transaction queues per stream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Associative arrays enable efficient lookup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Match transactions by sequence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Multi-Channel Scoreboards (5/17)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Compare data, track pass/fail, clean 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Generate transactions for a stream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Assign sequence numbers for matching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Connect multiple streams to scoreboard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One scoreboard can receive from multiple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sources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Report final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Multi-Channel Scoreboards (6/17)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Aggregate pass/fail counts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Multi-channel scoreboarding enables complex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 scenarios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matching across streams verifies data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integrity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 aggregation provides overall test status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architecture supports multiple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 paths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Stream-based verification enables parallel checking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Multi-Channel Scoreboards (7/17)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Associative arrays - Store transactions by sequence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number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`exists(key)` - Check if both streams have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`delete(key)` - Remove matched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matching - Match by sequence number,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compare data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streams - One scoreboard, multiple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producers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 aggregation - Track pass/fail across all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Multi-Channel Scoreboards (8/17)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Two stream producers generating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matching transactions from both streams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Pass/fail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matching results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Multi-Channel Scoreboards: Scoreboards that handle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multiple transaction streams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Matching: Matching transactions based 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 numbers or other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Multi-Channel Scoreboards (9/17)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 Aggregation: Collecting and reporting overall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 results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Stream-Based Verification: Verifying data integrity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across multiple paths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Create components using UVM factory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In `build_phase()` of parent component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Always provide name and parent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Connect TLM ports/exports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Multi-Channel Scoreboards (10/17)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In `connect_phase()` after build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Connect driver to sequencer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Execute sequence on sequencer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In test's `run_phase()`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Create sequence, then start on sequencer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Configure agent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Multi-Channel Scoreboards (11/17)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Before creating agent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Set config, then create component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Retrieve agent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In agent's `build_phase()`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Check return value, provide defaults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Execute transaction directly on sequencer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Multi-Channel Scoreboards (12/17)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Alternative to `start_item()`/`finish_item()`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Useful in virtual sequences for direct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Note: Transaction must be created and randomized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first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Coordinate multiple sequencers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Set sequencer references before starting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Get virtual interface for protocol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Multi-Channel Scoreboards (13/17)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In driver/monitor `build_phase()`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Must be set before component can access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Set interface for all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In module before `run_test()`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Use wildcard `"*"` to match all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Implement VALID/READY handshake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Multi-Channel Scoreboards (14/17)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Assert VALID, wait for READY, deassert VALID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AXI write transaction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Drive address and data, wait for both ready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AXI read transaction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Drive address, wait for ready, capture data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Check protocol doesn't wait indefinitely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Multi-Channel Scoreboards (15/17)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Count cycles, report if exceeded bound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Ignore protocol during reset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Use `continue` to skip reset cycles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Continuously monitor protocol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Forever loop with clock synchronization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Store transactions by sequence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Multi-Channel Scoreboards (16/17)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Use sequence number as index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Check if transaction exists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Use `exists()` method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Remove matched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Use `delete()` method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Match transactions across streams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Multi-Channel Scoreboards (17/17)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Check both streams, compare, clean 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Connect multiple streams to one scoreboard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One scoreboard can receive from multiple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6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./scripts/module6.sh --check</a:t>
            </a:r>
          </a:p>
        </p:txBody>
      </p:sp>
      <p:pic>
        <p:nvPicPr>
          <p:cNvPr id="4" name="Picture 3" descr="module6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./scripts/module6.sh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Testbench Architecture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Multi-Agent Coordination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Checkers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Multi-Channel Scoreboards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design complex testbench architectures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coordinate multiple agents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verify protocols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implement protocol checkers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build multi-channel scoreboards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apply production-quality testbench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 production-quality multi-agent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module6/CHECKLIST.md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./scripts/module6.sh --check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