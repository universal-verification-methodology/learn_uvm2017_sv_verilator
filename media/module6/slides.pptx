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module6/examples/architecture/README.md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module6/examples/architecture/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module6/examples/multi_agent/README.md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module6/examples/multi_agent/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module6/examples/protocol/README.md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module6/examples/protocol_checkers/README.md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module6/examples/protocol_checkers/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module6/examples/scoreboards/README.md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module6/examples/scoreboards/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MODULE6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0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6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Complex Testbenches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production-quality multi-agent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Build production-quality multi-agent testbenches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building complex, production-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quality testbenches with multiple agents, protocol…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Separation of concerns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relationships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(2/13)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assembly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connections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Clean component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(3/13)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Maintainable testbench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(`ArchTxn`): Base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data, and write/read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(`ArchSequencer`): UVM sequencer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flow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(`ArchDriver`): UVM driver that receives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(4/13)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(`ArchMonitor`): UVM monitor that observes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(`ArchAgent`): UVM agent containing sequencer,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driver, and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(`ArchEnv`): UVM environment containing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(`ArchSmokeSeq`): UVM sequence generating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(`ArchitectureTest`): Top-level UVM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orchestrating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bit randomize();`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(5/13)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`bit` (1 = success, 0 = failure)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test vectors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after creating transaction,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sending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`void'()` suppresses Verilator warning about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ignored return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Constraints: Use `with { constraint_expression; }`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conditional randomization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`void'(t.randomize() with { addr[31:16] ==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16'h0000; });` constrains upper address bits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(6/13)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body();` (no parameters,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return)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and send multiple transactions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`repeat` loop generates multiple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sequentially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Behavior: `start_item()`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`finish_item()` both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Lifetime: Transaction created in loop,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sent to sequencer, then driver processes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(7/13)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build_phase(uvm_phase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Build-time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top-down)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all child components of the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Order: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 components created in agent's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`build_phase()`, before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Benefits: Enables type/instance overrides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via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(8/13)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Naming: Full path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"test.env.agent.seqr" (automatic)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Connect-time phase (function,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bottom-up)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TLM ports/exports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Order: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TLM connections made in `connect_phase()`,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after all components created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(9/13)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TLM Pattern: Port (initiator) connects to Export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(target)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Sequence → Sequencer (export)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(port)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Timing: Must happen after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(components must exist)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run_phase(uvm_phase phase);`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Type: Run-time phase (task, executes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test stimulus (sequences, driving,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(10/13)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 Flow: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Objection mechanism controls phase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`seq.start(sequencer)`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`body()` completes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Test → Sequence → Sequencer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All run_phase tasks execute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(forked)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component organization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maintainable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(11/13)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Separation of concerns (driver, monitor, sequencer)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improves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factory and configuration provide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Phase-based execution model ensures proper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initialization and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Transaction-based communication decouples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Test → Env →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Sequencer/Driver/Monitor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creation: `type_id::create()`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(12/13)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execution: Build → Connect → Run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execution: `seq.start(sequencer)`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component hierarchy construction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generation and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phase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 summary with component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Testbench Architecture (13/13)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 Hierarchy: Agent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Sequencer/Driver/Monitor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Pattern: Using `type_id::create()`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Phase Execution: Build, connect, run, check,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phases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Sequence → Sequencer → Driver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communication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Cross-agent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Multi-sequencer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(3/12)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 database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Reusable agent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instantiation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(`MA_Txn`): Transaction with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data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(`MA_Agent`): Parameterized agent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(`MA_VirtualSeq`): Coordinates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 across multiple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(4/12)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(`MA_Env`): Contains two agent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(a0 and a1)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(`MultiAgentTest`): Orchestrates multi-agent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get(uvm_component cntxt, string inst_name,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Parameter: `T` = type of value (int,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string, object,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values from ConfigDB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Search Behavior: Searches up component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`cntxt`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(5/12)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in `build_phase()` before using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 Search: Searches current component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parent → ... → top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`static function void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set(uvm_component cntxt, string inst_name,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field_nam…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Template Parameter: `T` = type of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configuration values in ConfigDB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(6/12)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MUST be called BEFORE creating the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Hierarchical Path: Full path = "env.a0.agent_id"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(automatic)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config → Create component →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retrieves config in its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Pattern: Environment sets config, agents retrieve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execute_item(uvm_sequence_item item);`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 directly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(combines start_item + finish_item)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(7/12)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Behavior: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Sends transaction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Waits for driver to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Blocks until transaction fully processed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Alternative to `start_item()` +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`finish_item()` pair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Useful in virtual sequences for direct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 on multiple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(8/12)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Fork-join enables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 on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Flow: Virtual sequence →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→ Multiple drivers →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Signature: `task start(uvm_sequencer_base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virtual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Pattern: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Sequencer references MUST be set before calling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(9/12)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Difference: Regular sequences 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`start(sequencer)`, virtual sequences use assigned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Execution: Virtual sequence body() uses assigned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for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transactions on multiple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Fork-join enables parallel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agents enable complex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coordinate stimulus across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(10/12)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 via config database provides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 using fork-join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 patterns improve productivity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 - Via ConfigDB before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- Coordinates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`execute_item()` - Direct transaction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 - Fork-join for concurrent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 - Same agent class, different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 agents running in parallel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coordinating both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Agent-specific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Cross-agent stimulus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Multi-Agent Environments (12/12)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Sequences: Sequences that coordinate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Configuration: Using `uvm_config_db`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configure agent parameters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Fork-join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Reuse: Same agent class used for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transaction modeling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signal mapping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Protocol-aware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transaction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sequence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Drivers and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monitor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signal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(`axi_lite_if`): AXI4-Lite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required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(`AxiTxn`): AXI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read/write, address,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(`AxiDriver`): Protocol-aware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implementing AXI4-Lite handshake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(`AxiMonitor`): Protocol monitor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observing AXI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 (`ProtocolEnv`):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(`ProtocolTest`): Protocol verification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AXI4-Lite slave DUT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for protocol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driver can access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AXI write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Handshake pattern - assert VALID, wait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AXI read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Capture read data from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Generic handshake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Assert VALID, wait for READY, deassert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Synchronize with protocol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 protocol operations clock-synchronized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interface for all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Protocol-shaped driver/monitor scaffolding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 implementation (VALID/READY)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fundamental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Interface-based communication provides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transaction modeling captures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Clock-synchronized protocol operations ensure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correct timing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- Access protocol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pattern - VALID/READY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 synchronization - `@(posedge clk)` for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protocol - Address + Data + Response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protocol - Address + Data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`do-while` loop - Wait for handshake completion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AXI4-Lite write and read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 demonstration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 and monitor operation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 interaction with protocol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Protocol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Interfaces: Structured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protocol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Handshake Protocol: VALID/READY handshake for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Drivers: Clock-synchronized protocol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Monitors: Protocol signal observation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reconstruction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Assertion-like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violation detection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timing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state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checker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 enforcement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Compliance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(`chk_if`): Simple handshake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valid/ready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 (`CheckerComp`): UVM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 monitors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Rules: Valid must stay asserted until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(bounded wait)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(`ProtocolCheckersTest`): Test that exercises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checker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Monitor protocol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Bounded wait prevents infinite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that protocol doesn't wait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Count cycles, report if exceeded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Ignore protocol during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`continue` to skip reset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Detect protocol states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signal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protocol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appropriate severity 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 checking ensures protocol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Assertion-like patterns in UVM provide structured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checking prevents protocol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 verification catches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errors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detection and reporting enable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- Check timeout conditions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Reset handling - Skip checking during reset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State monitoring - Check protocol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reporting - Report violations with `uvm_error`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Forever loop - Continuous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handshake monitoring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 violation detection (if any)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Protocol Checkers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compliance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Checkers: UVM components that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Bounded Wait: Checking that protocol signals don't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wait indefinitely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Rule Enforcement: Detecting and reporting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violations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Compliance Verification: Ensuring design follows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protocol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stream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(2/17)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Matching algorithms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Match criteria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Unmatched transaction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counting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(3/17)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Statistics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(`SB_Txn`): Scoreboard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stream ID, sequence number,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 Producer (`StreamProducer`): Component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 (`MultiChannelScoreboard`):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that matches transactions from mult…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(4/17)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(`ScoreboardsTest`): Test with two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producers and a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from multiple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associative arrays indexed by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transaction queues per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Associative arrays enable efficient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by sequence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(5/17)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Compare data, track pass/fail, clean 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Assign sequence numbers for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multiple streams to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scoreboard can receive from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final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(6/17)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Aggregate pass/fail counts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scoreboarding enables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scenarios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across streams verifies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integrity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 provides overall test status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architecture supports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Stream-based verification enables parallel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(7/17)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Store transactions by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number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both streams have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`delete(key)` - Remove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- Match by sequence number,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compare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streams - One scoreboard,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producers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 - Track pass/fail across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(8/17)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Two stream producers generating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matching transactions from both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Pass/fail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Scoreboards: Scoreboards that handle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transaction streams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Matching: Matching transactions based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numbers or other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(9/17)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 Aggregation: Collecting and reporting overall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 results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Stream-Based Verification: Verifying data integrity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across multiple paths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components using UVM factory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`build_phase()` of parent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provide name and parent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TLM ports/exports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(10/17)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`connect_phase()` after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Connect driver to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`run_phase()`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Create sequence, then start on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Configure agent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(11/17)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Before creating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config, then create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agent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agent's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transaction directly on sequencer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(12/17)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Alternative to `start_item()`/`finish_item()`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Useful in virtual sequences for direct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Transaction must be created and randomized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first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Coordinate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Set sequencer references before starting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virtual interface for protocol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(13/17)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driver/monitor `build_phase()`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component can access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interface for all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module before `run_test()`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wildcard `"*"` to match all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VALID/READY handshake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(14/17)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Assert VALID, wait for READY, deassert VALID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AXI write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 address and data, wait for both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AXI read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Drive address, wait for ready, capture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protocol doesn't wait indefinitely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(15/17)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Count cycles, report if exceeded bound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Ignore protocol during reset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`continue` to skip reset cycles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Continuously monitor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Forever loop with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Store transactions by sequence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(16/17)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sequence number as index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if transaction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`exists()`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Remove matched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`delete()`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Match transactions across streams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Multi-Channel Scoreboards (17/17)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Check both streams, compare, clean 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multiple streams to one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One scoreboard can receive from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6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--architecture</a:t>
            </a:r>
          </a:p>
        </p:txBody>
      </p:sp>
      <p:pic>
        <p:nvPicPr>
          <p:cNvPr id="4" name="Picture 3" descr="module6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./scripts/module6.sh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(`ArchTxn`): Base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address, data, and write/read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(`ArchSequencer`): UVM sequencer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flow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(`ArchDriver`): UVM driver that receives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drives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Testbench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--architecture</a:t>
            </a:r>
          </a:p>
        </p:txBody>
      </p:sp>
      <p:pic>
        <p:nvPicPr>
          <p:cNvPr id="4" name="Picture 3" descr="ex0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Multi-Agent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(`MA_Txn`): Transaction with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data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(`MA_Agent`): Parameterized agent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configurable agent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(`MA_VirtualSeq`): Coordinates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 across multiple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Multi-Agent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--multi-agent</a:t>
            </a:r>
          </a:p>
        </p:txBody>
      </p:sp>
      <p:pic>
        <p:nvPicPr>
          <p:cNvPr id="4" name="Picture 3" descr="ex02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Protocol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(`axi_lite_if`): AXI4-Lite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 required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(`AxiTxn`): AXI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read/write, address,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(`AxiDriver`): Protocol-aware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implementing AXI4-Lite handshake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--protocol</a:t>
            </a:r>
          </a:p>
        </p:txBody>
      </p:sp>
      <p:pic>
        <p:nvPicPr>
          <p:cNvPr id="4" name="Picture 3" descr="ex03_proto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Protocol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(`chk_if`): Simple handshake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valid/ready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Component (`CheckerComp`): UVM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that monitors protocol rules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Rules: Valid must stay asserted until ready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(bounded wait)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Protocol Checkers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--protocol-checkers</a:t>
            </a:r>
          </a:p>
        </p:txBody>
      </p:sp>
      <p:pic>
        <p:nvPicPr>
          <p:cNvPr id="4" name="Picture 3" descr="ex04_protocol_che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Multi-Channel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(`SB_Txn`): Scoreboard transaction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stream ID, sequence number, and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Stream Producer (`StreamProducer`): Component that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generates transactions for a stream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 (`MultiChannelScoreboard`):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that matches transactions from mult…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Multi-Channel Scoreboards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./scripts/module6.sh --scoreboards</a:t>
            </a:r>
          </a:p>
        </p:txBody>
      </p:sp>
      <p:pic>
        <p:nvPicPr>
          <p:cNvPr id="4" name="Picture 3" descr="ex05_scorebo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complex testbench architectures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hierarchical component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Coordinate multiple agents using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Verify protocols using protocol-shaped drivers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protocol checkers for compliance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multi-channel scoreboards for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production-quality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reusable verification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testbenches for maintainability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Architecture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Multi-Agent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Protocol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Multi-Channel 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complex testbench architectures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coordinate multiple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verify protocols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protocol checkers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build multi-channel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apply production-quality testbench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 production-quality multi-agent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module6/CHECKLIST.md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module6/EXAMPLES.md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