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docs/MODULE6.md.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docs/MODULE6.md.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docs/MODULE6.md.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docs/MODULE6.md.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docs/MODULE6.md.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module6/examples/architecture/README.md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module6/examples/architecture/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module6/examples/multi_agent/README.md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module6/examples/multi_agent/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module6/examples/protocol/README.md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module6/examples/protocol/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module6/examples/protocol_checkers/README.md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module6/examples/protocol_checkers/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module6/examples/scoreboards/README.md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module6/examples/scoreboards/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8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0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6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Complex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production-quality multi-agent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Build production-quality multi-agent testbenches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building complex, production-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quality testbenches with multiple agents, protocol…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testbench architecture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Horizontal reuse: one agent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 interface; duplicate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multi-port DUTs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Vertical reuse: env composes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agents + checkers +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`module6/dut/protocols/axi4_lite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_slave.v` — realistic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config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controls agent count,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active/passive, address maps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testbench architecture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uvm_env (top): Instantiates multiple agents,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scoreboards, predictors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agent: Initiates protocol transactions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AXI master)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Slave agent: Responds to bus requests; memory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checker: Passive monitor enforcing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testbench architecture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scoreboard: Per-channel expected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actual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architecture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Interface SVA / checker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Legal handshake and timing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Monitor —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reconstruction from pins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Predictor / reference model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response from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Scoreboard — Compare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vs predictor streams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architecture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Report — Protocol violations as UVM_ERROR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Module 6 example map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`examples/architecture/` — env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composition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`examples/multi_agent/` — two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(or more) agents in one env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`examples/protocol/`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`protocol_checkers/` — bus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`examples/scoreboards/` — multi-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stream compare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Module 6 example map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`test_complex_testbench_uvm.sv` — production-style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module6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Interface SVA / checker — Legal handshake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Monitor — Transaction reconstruction from pins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Predictor / reference model — Expected response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Scoreboard — Compare monitor vs predictor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Report — Protocol violations as UVM_ERROR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uvm_env (top): Instantiates multiple agents,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scoreboards, predictors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agent: Initiates protocol transactions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AXI master)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Slave agent: Responds to bus requests; memory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checker: Passive monitor enforcing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scoreboard: Per-channel expected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actual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drain scoreboards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Multi-agent coordination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 each agent a 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 and address/data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via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parallel sequences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objections on env or test (not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 short sequence)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 runs passively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does not drive, only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predictable directed traffic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before enabling constrained-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stress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System-level closure workflow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empty at end —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pending expected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 reports zero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`./scripts/module6.sh --all-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 --uvm-tests`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order: signal wave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 log →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mismatch → checker message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System-level closure workflow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Performance: `--jobs N` for parallel example builds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during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6.1: Testbench Architecture (`module6/examples/archit…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(`ArchTxn`): Base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data, and write/read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(`ArchSequencer`): UVM sequencer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flow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(`ArchDriver`): UVM driver that receives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(`ArchMonitor`): UVM monitor that observes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6.1: Testbench Architecture (`module6/examples/archit…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(`ArchAgent`): UVM agent containing sequencer,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driver, and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(`ArchEnv`): UVM environment containing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(`ArchSmokeSeq`): UVM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(`ArchitectureTest`): Top-level 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orchestrating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6.2: Multi-Agent Environment (`module6/examples/multi…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(`MA_Txn`): Transaction with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data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(`MA_Agent`): Parameterized agent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(`MA_VirtualSeq`): Coordinates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 across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(`MA_Env`): Contains two agent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(a0 and a1)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6.2: Multi-Agent Environment (`module6/examples/multi…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(`MultiAgentTest`): Orchestrates multi-agent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`static function 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get(uvm_component cntxt, string inst_name,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field_name…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Parameter: `T` = type of value (int,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string, object,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configuration values from ConfigDB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6.3: Protocol Verification (`module6/examples/protoco…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(`axi_lite_if`): AXI4-Lite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required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(`AxiTxn`): AXI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read/write, address,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(`AxiDriver`): Protocol-aware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implementing AXI4-Lite handshake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(`AxiMonitor`): Protocol monitor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observing AXI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6.3: Protocol Verification (`module6/examples/protoco…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(`ProtocolEnv`):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(`ProtocolTest`): Protocol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AXI4-Lite slave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virtual interface for protocol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be set before driver can access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6.4: Protocol Checkers (`module6/examples/protocol_ch…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(`chk_if`): Simple handshake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valid/ready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Component (`CheckerComp`): UVM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that monitors protocol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Rules: Valid must stay asserted until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(bounded wait)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(`ProtocolCheckersTest`): Test that exercises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checker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6.4: Protocol Checkers (`module6/examples/protocol_ch…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Monitor protocol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Bounded wait prevents infinite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that protocol doesn't wait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indefinitely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Count cycles, report if exceeded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6.5: Multi-Channel Scoreboards (`module6/examples/sco…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(`SB_Txn`): Scoreboard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stream ID, sequence number,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 Producer (`StreamProducer`): Component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generates transactions for a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 (`MultiChannelScoreboard`):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that matches transactions from mult…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(`ScoreboardsTest`): Test with two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producers and a scoreboard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6.5: Multi-Channel Scoreboards (`module6/examples/sco…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Match transactions from multiple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associative arrays indexed by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number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Manage transaction queues per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Associative arrays enable efficient lookup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Component Creation and Hierarchy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components using UVM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`build_phase()` of parent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provide name and parent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TLM ports/exports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Component Creation and Hierarchy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`connect_phase()` after 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Connect driver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sequence on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`run_phase()`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Agent Configuration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Configure agent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Before creating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config, then create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agent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Agent Configuration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agent's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return value, provide defaults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Virtual Sequence Methods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transaction directly on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Alternative to `start_item()`/`finish_item()`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Useful in virtual sequences for direct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Transaction must be created and randomized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Virtual Sequence Methods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Coordinate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sequencer references before starting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Virtual Interface Access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virtual interface for protocol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driver/monitor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be set before component can access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Set interface for all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Virtual Interface Access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module before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wildcard `"*"` to match all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Protocol Handshake Patterns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VALID/READY handshake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Assert VALID, wait for READY, deassert VALID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AXI write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Drive address and data, wait for both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Protocol Handshake Patterns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AXI read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Drive address, wait for ready, capture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Bounded Wait Checking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protocol doesn't wait indefinitely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Count cycles, report if exceeded bound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Ignore protocol during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`continue` to skip reset cycles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Bounded Wait Checking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Continuously monitor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Forever loop with clock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Associative Array Operations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transactions by sequence number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sequence number as index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if transaction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`exists()`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Associative Array Operations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Remove matched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`delete()`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Transaction Matching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Match transactions across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both streams, compare, clean 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multiple streams to one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One scoreboard can receive from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Transaction Matching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`uvm_fatal("NO_VIF", ...)` error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Set interface in module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`uvm_config_db#(virtual if)::set(null, "*",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"vif", vif);`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Agent uses default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Separation of concerns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(2/13)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assembly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 component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(3/13)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Maintainable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(`ArchTxn`): Base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data, and write/read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(`ArchSequencer`): UVM sequencer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flow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(`ArchDriver`): UVM driver that receives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drives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(4/13)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(`ArchMonitor`): UVM monitor that observes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(`ArchAgent`): UVM agent containing sequencer,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driver, and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(`ArchEnv`): UVM environment containing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(`ArchSmokeSeq`): UVM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(`ArchitectureTest`): Top-level 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orchestrating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bit randomize();`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(5/13)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success, 0 = failure)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test vectors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after creating transaction,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sending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`void'()` suppresses Verilator warning about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ignored return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Use `with { constraint_expression; }`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conditional randomization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`void'(t.randomize() with { addr[31:16] ==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16'h0000; });` constrains upper address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(6/13)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 body();` (no parameters,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return)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multiple transactions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Flow: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`repeat` loop generates multiple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Behavior: `start_item()`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`finish_item()` both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Lifetime: Transaction created in loop,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sent to sequencer, then driver processes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(7/13)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build_phase(uvm_phase phase);`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Build-time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top-down)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all child components of the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Order: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 components created in agent's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`build_phase()`, before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Benefits: Enables type/instance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via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(8/13)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Naming: Full path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"test.env.agent.seqr" (automatic)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connect_phase(uvm_phase phase);`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Connect-time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bottom-up)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TLM ports/exports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Order: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TLM connections made in `connect_phase()`,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after all components created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(9/13)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Pattern: Port (initiator) connects to 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(target)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Sequence → Sequencer (export)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(port)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Connection Timing: Must happen after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(components must exist)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 run_phase(uvm_phase phase);`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Run-time phase (task,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concurrently)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test stimulus (sequences, driving,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(10/13)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Flow: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Objection mechanism controls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`seq.start(sequencer)`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`body()`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Test → Sequence → Sequencer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All run_phase tasks execute concurrently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(forked)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component organization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maintainable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(11/13)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Separation of concerns (driver, monitor, sequencer)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improves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factory and configuration provide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execution model ensures proper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initialization and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Transaction-based communication decouples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hierarchy: Test → Env → Agent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Sequencer/Driver/Monitor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creation: `type_id::create()` for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(12/13)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execution: Build → Connect → Run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`seq.start(sequencer)`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component hierarchy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generation and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phase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 summary with component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(13/13)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Hierarchy: Agent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Sequencer/Driver/Monitor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Pattern: Using `type_id::create()`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Execution: Build, connect, run, check,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Sequence → Sequencer → Driver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Cross-agent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Multi-sequencer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(3/12)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 database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agent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instantiation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(`MA_Txn`): Transaction with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data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(`MA_Agent`): Parameterized agent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(`MA_VirtualSeq`): Coordinates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 across multiple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(4/12)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(`MA_Env`): Contains two agent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(a0 and a1)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(`MultiAgentTest`): Orchestrates multi-agent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`static function 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get(uvm_component cntxt, string inst_name,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field_name…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Parameter: `T` = type of value (int,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string, object,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configuration values from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Search Behavior: Searches up component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`cntxt`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(5/12)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in `build_phase()` before using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provide defaults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 Search: Searches current component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 → ... → top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`static 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set(uvm_component cntxt, string inst_name,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field_nam…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Parameter: `T` = type of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configuration values in ConfigDB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(6/12)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MUST be called BEFORE creating the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Path: Full path = "env.a0.agent_id"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(automatic)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config → Create component →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retrieves config in its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Environment sets config, agents retrieve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execute_item(uvm_sequence_item item);`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transaction directly on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(combines start_item + finish_item)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(7/12)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Sends transaction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Waits for driver to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Blocks until transaction fully processed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Alternative to `start_item()`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`finish_item()` pair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Useful in virtual sequences for direct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 on multiple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(8/12)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Fork-join enables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 on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Virtual sequence →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→ Multiple drivers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 start(uvm_sequencer_base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 virtual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Pattern: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Sequencer references MUST be set before calling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(9/12)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Difference: Regular sequences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`start(sequencer)`, virtual sequences use assigned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Virtual sequence body() uses assigned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for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transactions on multiple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Fork-join enables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agents enable complex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 coordinate stimulus across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(10/12)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 via config database provides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 using fork-join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reuse patterns improve productivity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 - Via ConfigDB before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- Coordinates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`execute_item()` - Direct transaction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(11/12)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 - Fork-join for concurrent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reuse - Same agent class, different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Two agents running in parallel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coordinating both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Agent-specific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Cross-agent stimulus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(12/12)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Sequences: Sequences that coordinate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Configuration: Using `uvm_config_db`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configure agent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Fork-join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Reuse: Same agent class used for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transaction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signal mapping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Protocol-aware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sequence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Drivers and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driver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monitor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protocol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(`axi_lite_if`): AXI4-Lite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required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(`AxiTxn`): AXI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read/write, address,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(`AxiDriver`): Protocol-aware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implementing AXI4-Lite handshake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(`AxiMonitor`): Protocol monitor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observing AXI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(`ProtocolEnv`):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(`ProtocolTest`): Protocol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AXI4-Lite slave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virtual interface for protocol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be set before driver can access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AXI write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Handshake pattern - assert VALID, wait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AXI read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Capture read data from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Generic handshake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Assert VALID, wait for READY, deassert VALID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Synchronize with protocol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 protocol operations clock-synchronized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Set interface for all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before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Protocol-shaped driver/monitor scaffolding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protocol implementation (VALID/READY)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fundamental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Interface-based communication provides structured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transaction modeling captures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Clock-synchronized protocol operations ensure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correct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 - Access protocol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pattern - VALID/READY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synchronization - `@(posedge clk)` for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protocol - Address + Data + Response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protocol - Address + Data channels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`do-while` loop - Wait for handshake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AXI4-Lite write and read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protocol demonstration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driver and monitor operation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interaction with protocol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Interfaces: Structured interface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protocol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Protocol: VALID/READY handshake for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Drivers: Clock-synchronized protocol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Monitors: Protocol signal observation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Assertion-like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compliance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violation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timing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state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checker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 enforcement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Compliance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(`chk_if`): Simple handshake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valid/ready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Component (`CheckerComp`): UVM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that monitors protocol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Rules: Valid must stay asserted until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(bounded wait)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(`ProtocolCheckersTest`): Test that exercises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Monitor protocol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Bounded wait prevents infinite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that protocol doesn't wait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indefinitely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Count cycles, report if exceeded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Ignore protocol during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`continue` to skip reset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Detect protocol states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signal combinations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protocol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appropriate severity 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 checking ensures protocol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Assertion-like patterns in UVM provide structured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 checking prevents protocol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compliance verification catches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 and reporting enable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 - Check timeout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handling - Skip checking during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monitoring - Check protocol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 - Report violations with `uvm_error`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Forever loop - Continuous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handshake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 violation detection (if any)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compliance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Checkers: UVM components that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Wait: Checking that protocol signals don't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 indefinitely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 Enforcement: Detecting and reporting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Compliance Verification: Ensuring design follows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stream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Matching algorithms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 criteria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Unmatched transaction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counting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Statistics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(`SB_Txn`): Scoreboard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stream ID, sequence number,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 Producer (`StreamProducer`): Component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generates transactions for a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 (`MultiChannelScoreboard`):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that matches transactions from mult…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(`ScoreboardsTest`): Test with two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producers and a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Match transactions from multiple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associative arrays indexed by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number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Manage transaction queues per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Associative arrays enable efficient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Match transactions by sequence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Compare data, track pass/fail, clean 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transactions for a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Assign sequence numbers for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multiple streams to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One scoreboard can receive from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final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Aggregate pass/fail counts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scoreboarding enables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 across streams verifies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 provides overall test status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architecture supports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Stream-based verification enables parallel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- Store transactions by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number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both streams have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`delete(key)` - Remove matched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 - Match by sequence number,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compare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streams - One scoreboard,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producers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 - Track pass/fail across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Two stream producers generating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matching transactions from both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Scoreboards: Scoreboards that handle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transaction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Matching: Matching transactions based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numbers or other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Aggregation: Collecting and reporting overall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Stream-Based Verification: Verifying data integrity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across multiple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components using UVM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`build_phase()` of parent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provide name and parent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TLM ports/exports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`connect_phase()` after 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Connect driver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sequence on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`run_phase()`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Create sequence, then start on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Configure agent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Before creating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config, then create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agent's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return value, provide defaults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transaction directly on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Alternative to `start_item()`/`finish_item()`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Useful in virtual sequences for direct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Transaction must be created and randomized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first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Coordinate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sequencer references before starting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virtual interface for protocol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driver/monitor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be set before component can access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Set interface for all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module before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wildcard `"*"` to match all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VALID/READY handshake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Assert VALID, wait for READY, deassert VALID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AXI write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Drive address and data, wait for both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AXI read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Drive address, wait for ready, capture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protocol doesn't wait indefinitely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Count cycles, report if exceeded bound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Ignore protocol during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`continue` to skip reset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Continuously monitor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Forever loop with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transactions by sequence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sequence number as index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if transaction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`exists()`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Remove matched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`delete()`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Match transactions across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both streams, compare, clean 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multiple streams to one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One scoreboard can receive from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`uvm_fatal("NO_VIF", ...)` error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Set interface in module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`uvm_config_db#(virtual if)::set(null, "*",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"vif", vif);`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Agent uses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return value, provide defaults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`if (!uvm_config_db#(int)::get(...)) agent_id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= 0;`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Null pointer exception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Set sequencer references before starting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`vseq.seqr0 = env.a0.seqr; vseq.start(null);`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Simulation hangs waiting for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bounded wait in protocol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`while (condition &amp;&amp; cycles &lt; max_cycles)`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Unmatched transactions accumulate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Delete matched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`q0.delete(t.seq); q1.delete(t.seq);`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(20/21)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Virtual interface retrieved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Interface set before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Clock running in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Sequencer references set before `start()`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Objection raised in test's `run_phase()`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Sequence created before starting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(21/21)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Sequence numbers assigned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Both streams connected to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`write()` method called for both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Reset handling (skip during reset)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Bounded wait threshold appropriate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Protocol state detection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6.1: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--architecture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module6/examples/architecture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architecture.sv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architecture.cpp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--top-module architecture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Varchitecture.mk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6.2: Multi-Agent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--multi-agent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module6/examples/multi_agent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multi_agent.sv multi_agent.cpp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--top-module multi_agent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Vmulti_agent.mk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./obj_dir/Vmulti_agent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6.3: Protocol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--protocol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module6/examples/protocol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protocol.sv protocol.cpp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../dut/protocols/axi4_lite_slave.v --top-module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protocol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Vprotocol.mk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6.4: Protocol Checkers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--protocol-checkers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module6/examples/protocol_checkers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protocol_checkers.sv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protocol_checkers.cpp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--top-module protocol_checkers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Vprotocol_checkers.mk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./obj_dir/Vprotocol_checkers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6.5: Multi-Channel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--scoreboards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module6/examples/scoreboards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scoreboards.sv scoreboards.cpp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--top-module scoreboards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Vscoreboards.mk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./obj_dir/Vscoreboards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6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--help</a:t>
            </a:r>
          </a:p>
        </p:txBody>
      </p:sp>
      <p:pic>
        <p:nvPicPr>
          <p:cNvPr id="4" name="Picture 3" descr="module6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(`ArchTxn`): Base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data, and write/read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(`ArchSequencer`): UVM sequencer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flow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(`ArchDriver`): UVM driver that receives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drives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(`ArchMonitor`): UVM monitor that observes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(`ArchAgent`): UVM agent containing sequencer,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driver, and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--architecture</a:t>
            </a:r>
          </a:p>
        </p:txBody>
      </p:sp>
      <p:pic>
        <p:nvPicPr>
          <p:cNvPr id="4" name="Picture 3" descr="ex0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Multi-Agent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(`MA_Txn`): Transaction with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data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(`MA_Agent`): Parameterized agent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(`MA_VirtualSeq`): Coordinates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 across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(`MA_Env`): Contains two agent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(a0 and a1)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(`MultiAgentTest`): Orchestrates multi-agent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Multi-Agent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--multi-agent</a:t>
            </a:r>
          </a:p>
        </p:txBody>
      </p:sp>
      <p:pic>
        <p:nvPicPr>
          <p:cNvPr id="4" name="Picture 3" descr="ex02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Protocol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(`axi_lite_if`): AXI4-Lite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required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(`AxiTxn`): AXI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read/write, address,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(`AxiDriver`): Protocol-aware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implementing AXI4-Lite handshake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(`AxiMonitor`): Protocol monitor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observing AXI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(`ProtocolEnv`):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Protocol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--protocol</a:t>
            </a:r>
          </a:p>
        </p:txBody>
      </p:sp>
      <p:pic>
        <p:nvPicPr>
          <p:cNvPr id="4" name="Picture 3" descr="ex03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Protocol Checkers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(`chk_if`): Simple handshake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valid/ready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Component (`CheckerComp`): UVM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that monitors protocol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Rules: Valid must stay asserted until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(bounded wait)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(`ProtocolCheckersTest`): Test that exercises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checker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Protocol Checkers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--protocol-checkers &amp;&amp; cd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module6/examples/protocol_checkers &amp;&amp; verilator -sv --cc --exe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--timing --trace protocol_checkers.sv protocol_checkers.cpp \ &amp;&amp;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-I"$…</a:t>
            </a:r>
          </a:p>
        </p:txBody>
      </p:sp>
      <p:pic>
        <p:nvPicPr>
          <p:cNvPr id="4" name="Picture 3" descr="ex04_protocol_che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Multi-Channel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(`SB_Txn`): Scoreboard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stream ID, sequence number,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 Producer (`StreamProducer`): Component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generates transactions for a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 (`MultiChannelScoreboard`):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that matches transactions from mult…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(`ScoreboardsTest`): Test with two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producers and a scoreboard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Multi-Channel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--scoreboards</a:t>
            </a:r>
          </a:p>
        </p:txBody>
      </p:sp>
      <p:pic>
        <p:nvPicPr>
          <p:cNvPr id="4" name="Picture 3" descr="ex05_scorebo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Virtual Interface Not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`uvm_fatal("NO_VIF", ...)` error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Set interface in module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`uvm_config_db#(virtual if)::set(null, "*",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"vif", vif);`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Agent Configuration Not Retrieved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Agent uses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return value, provide defaults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`if (!uvm_config_db#(int)::get(...)) agent_id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= 0;`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Virtual Sequence References Not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Null pointer exception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Set sequencer references before starting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`vseq.seqr0 = env.a0.seqr; vseq.start(null);`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Protocol Handshake Deadlock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Simulation hangs waiting for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bounded wait in protocol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`while (condition &amp;&amp; cycles &lt; max_cycles)`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Scoreboard Memory Leak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Unmatched transactions accumulate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Delete matched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`q0.delete(t.seq); q1.delete(t.seq);`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Virtual interface retrieved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 hierarchical testbench with multiple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component separation of concerns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reusable agent and environment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testbench for maintainability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complex testbench architectures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hierarchical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Coordinate multiple agents using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protocols using protocol-shaped drivers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protocol checkers for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multi-channel scoreboards for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production-quality testbench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reusable verification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testbenches for maintainability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Multi-Agent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design complex testbench architectures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coordinate multiple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protocols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protocol checkers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build multi-channel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production-quality testbench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production-quality multi-agent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module6/CHECKLIST.md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module6/EXAMPLES.md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