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module5/examples/virtual_sequences/README.md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module5/examples/virtual_sequences/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module5/examples/coverage/README.md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module5/examples/coverage/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module5/examples/configuration/README.md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module5/examples/configuration/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module5/examples/callbacks/README.md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module5/examples/callbacks/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module5/examples/register_model/README.md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module5/examples/register_model/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9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3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5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5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Advanced UVM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Master advanced UVM features and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module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Master advanced UVM features and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This module covers advanced UVM concepts including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virtual sequences, coverage models, advanced con…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Virtual Sequences and Sequencers (1/9)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Sequence Purpose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Coordinating multiple sequencers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Cross-agent stimulus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System-level sequence coordination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libraries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Sequencer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Virtual Sequences and Sequencers (2/9)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sequencer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Sequencer references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Connection in connect_phase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sequencer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VirtualSequencer: Contains references to multiple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sequencers (`master_seqr`, `slave_seqr`)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VirtualSequence: Coordinates sequences on multiple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Virtual Sequences and Sequencers (3/9)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ChannelSequence: Regular sequence for a single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channel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Parallel Execution: Using `fork-join` for concurrent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Sequential Execution: Sequential sequence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coordination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Hold references to multiple sequencers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References are set in `connect_phase()` from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environment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Note: Virtual sequencer doesn't create sequencers,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only references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Virtual Sequences and Sequencers (4/9)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Coordinate sequences on multiple sequencers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Virtual sequence doesn't extend `uvm_sequence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#(transaction_type)`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Parallel: Use `fork-join` for concurrent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Sequential: Call `start()` sequentially for ordered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Connect virtual sequencer/sequence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actual sequencers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In test's `connect_phase()`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Virtual Sequences and Sequencers (5/9)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Must be set before starting virtual sequence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Start virtual sequence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Virtual sequence can start on virtual sequencer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or null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Execute sequences concurrently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Both sequences run in parallel, `join` waits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for both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Timing: Total time = max(seq1_time, seq2_time)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Virtual Sequences and Sequencers (6/9)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case: Independent operations, concurrent testing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fork-join: Wait for all sequences (most common)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fork-join_any: Wait for first to complete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fork-join_none: Fire and forget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Execute sequences in order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Second sequence starts after first completes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Virtual Sequences and Sequencers (7/9)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Timing: Total time = seq1_time + seq2_time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case: Ordered operations, dependencies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Check sequencer availability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Always check for null before using sequencer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references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sequencer contains references to multiple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sequence coordinates sequences on different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Virtual Sequences and Sequencers (8/9)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Parallel sequence execution using fork-join enables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concurrent testing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Sequential sequence execution enables ordered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coordination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sequencer - Holds references, doesn't create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sequence - Coordinates sequences on multiple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Sequencer references - Set in `connect_phase()` from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environment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Parallel execution - `fork-join` for concurrent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Virtual Sequences and Sequencers (9/9)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Sequential execution - Sequential `start()` calls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for ordered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sequencer creation and connection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sequence coordination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Parallel sequence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Sequential sequence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Coverage Models (1/8)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Functional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model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sampling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reporting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Coverage Models (2/8)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Data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Address range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Command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Cross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CoverageModel: Extends `uvm_subscriber` for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collection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Sampling: Via `write()` method from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analysis 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Coverage Models (3/8)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Types: Data, address range, command,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cross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Analysis: Coverage statistics and reporting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Sample coverage data from transactions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Called automatically when monitor writes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analysis 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Uses associative arrays to track unique values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Track unique values and 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Coverage Models (4/8)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Associative arrays enable efficient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Report coverage statistics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Called in cleanup phase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Uses `num()` to count unique keys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Connect producer to coverage model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Coverage automatically receives via `write()`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Coverage Models (5/8)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Track combinations of multiple fields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2D associative arrays for cross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Track (data, command) pairs, (address, data)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pairs, etc.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Initialize coverage data structures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Fixed arrays initialized in constructor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model class extending `uvm_subscriber`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enables automatic 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Coverage Models (6/8)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sampling via `write()` method receives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Coverpoints and bins track unique values and ranges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Cross coverage between multiple fields tracks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combinations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`write(t)` - Receive transaction for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sampling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Associative arrays - Track unique values efficiently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`exists(key)` - Check if key exists in associative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array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Coverage Models (7/8)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`num()` - Count number of unique keys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`foreach` - Iterate over associative array keys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2D associative arrays - Track cross coverage pairs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sampling demonstrated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Data coverage tracking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Address range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Coverage Models (8/8)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Command coverage tracking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Cross coverage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Advanced Configuration (1/7)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Complex Configuration Objects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object design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fields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copying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Advanced Configuration (2/7)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Environment-level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Agent-level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Component-specific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inheritance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AgentConfig: Complex configuration object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multiple fields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EnvConfig: Environment-level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containing agent configs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Advanced Configuration (3/7)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Hierarchy: Multi-level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Usage: Setting and getting complex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Enable configuration copying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Allows configuration inheritance and copying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Must copy all configuration fields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Multi-level configuration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Advanced Configuration (4/7)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Configuration objects can contain other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configuration objects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Set configuration for specific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Use component path in `set()` call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Retrieve configuration in component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Always check return value, provide defaults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Debug configuration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Advanced Configuration (5/7)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Logging, debugging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Complex configuration objects enable rich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configuration data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hierarchy supports multi-level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Resource database usage provides flexible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configuration access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inheritance enables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reuse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`do_copy()` - Enable configuration copying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Advanced Configuration (6/7)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Nested configs - Configuration objects containing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other configs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Component-specific paths - Set config for specific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 hierarchy - Multi-level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`convert2string()` - Debug configuration values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Complex configuration object creation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hierarchy demonstrated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Advanced Configuration (7/7)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setting and getting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object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Callbacks (1/8)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Callback Mechanism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Callback base classes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Callback registration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Pre/post callbacks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Callback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Callback Usage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Callbacks (2/8)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 callbacks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 callbacks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modification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Side-effect 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DriverCallbackBase: Base callback class for driver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DriverCallback: Driver callback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Callbacks (3/8)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MonitorCallbackBase: Base callback class for monitor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MonitorCallback: Monitor callback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Callback Registration: Registering callbacks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Define callback interface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Virtual functions to be overridden in derived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classes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Implement callback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Callbacks (4/8)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`uvm_register_cb` macro registers callback type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Register callback type with component type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Must be in callback class definition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Enables type-safe callback registration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Execute all registered callbacks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Call at appropriate points in component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Callbacks (5/8)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Executes all callbacks registered for this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component instance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Connect callback to component instance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In test's `connect_phase()`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Callback must be registered before it can be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executed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Manage callbacks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Static methods operate on callback registry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Callbacks (6/8)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Multiple callbacks for same component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All registered callbacks execute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registration order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Control callback execution order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Pre-callbacks → operation → post-callbacks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Callback mechanism enables non-intrusive extension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Pre/post callbacks provide hooks for customization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Callbacks (7/8)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Callback registration connects callbacks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Callback usage patterns enable flexible test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customization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`uvm_register_cb` - Register callback type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`uvm_do_callbacks` - Execute all registered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callbacks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Callback base class - Define callback interface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Callback registration - Connect callback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Callbacks (8/8)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Pre/post callbacks - Hooks before/after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Callback registration demonstrated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Pre-drive callbacks executed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Post-drive callbacks executed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 callbacks executed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Register Model (1/9)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Register Model Basics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Register model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Register blocks, registers, fields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Register read/write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Register predictor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Register Model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Register Model (2/9)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RegisterField: Individual register fields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Register: Complete registers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RegisterBlock: Register address spaces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Register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RegisterField: Represents a register field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offset, width, and value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Register: Represents a register with address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Register Model (3/9)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RegisterBlock: Represents a register block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multiple registers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Register Operations: Read/write operations 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registers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Represent individual register fields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Fields have offset, width, and value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Add field to register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Build register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Register Model (4/9)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Fields stored in queue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Write value to register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Updates register value and all field values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Field extraction: Uses bit shifting and masking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Read register value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Returns: Register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Register Model (5/9)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Add register to block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Automatically assigns address based on position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Look up register by name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Returns null if register not found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High-level register access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Access registers by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Register Model (6/9)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Handles null checks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Extract field values from register value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Bit shifting and masking for field extraction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Example: Field at offset 4, width 3: `(data &gt;&gt; 4) &amp;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7`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Compose register value from field values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Shift and OR field values into register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Register Model (7/9)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Automatically assign register addresses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Address = base_address + (index * 4) for 32-bit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registers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Register model structure provides abstraction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register access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Register blocks, registers, fields organize register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hierarchy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Register read/write operations enable register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Simplified register model demonstrates concepts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(full implementation requires uvm_reg)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Register Model (8/9)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`add_field()` - Add field to register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`write(data)` - Write value to register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`read()` - Read value from register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`add_register()` - Add register to block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`get_register(name)` - Look up register by name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`write_register()` - High-level write by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Register Model (9/9)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`read_register()` - High-level read by name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Field extraction - Bit shifting and masking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field values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Register model structure demonstrated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Register field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Register read/write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Register block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Advanced UVM Methods Reference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Sequencer References: Hold references to multiple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Connect Phase: Set references from environment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 Transaction Type: Virtual sequencer doesn't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extend `uvm_sequencer #(type)`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Body Task: Coordinates sequences on multiple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Sequencer References: Set before starting sequence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Parallel Execution: `fork-join` for concurrent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Advanced UVM Methods Reference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Sequential Execution: Sequential `start()` calls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`write(t)` - Receive transaction for sampling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Associative Arrays - Track unique values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`exists(key)` - Check if key exists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`num()` - Count unique keys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`foreach` - Iterate over keys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Advanced UVM Methods Reference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`do_copy(rhs)` - Copy configuration fields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`convert2string()` - String representation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Nested Configs - Config objects containing other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configs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`uvm_register_cb(Component, Callback)` - Register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callback type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`uvm_do_callbacks(Component, Callback,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method(args))` - Execute callbacks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`uvm_callbacks#(Component, Callback)::add(component,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callback)` - Add callback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Advanced UVM Methods Reference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`uvm_callbacks#(Component,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Callback)::delete(component, callback)` - Remove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callback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`convert2string()` - String representation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`add_field(field)` - Add field to register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`write(data)` - Write value to register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`read()` - Read value from register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`add_register(reg)` - Add register to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Advanced UVM Methods Reference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`get_register(name)` - Look up register by name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`write_register(name, data)` - Write register by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name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`read_register(name)` - Read register by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5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./scripts/module5.sh --virtual-sequences</a:t>
            </a:r>
          </a:p>
        </p:txBody>
      </p:sp>
      <p:pic>
        <p:nvPicPr>
          <p:cNvPr id="4" name="Picture 3" descr="module5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 scaffold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./scripts/module5.sh --scaffold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1: Virtual Sequences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VirtualSequencer: Contains references to multiple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sequencers (`master_seqr`, `slave_seqr`)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VirtualSequence: Coordinates sequences on multiple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ChannelSequence: Regular sequence for a single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Virtual Sequences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./scripts/module5.sh --virtual-sequences</a:t>
            </a:r>
          </a:p>
        </p:txBody>
      </p:sp>
      <p:pic>
        <p:nvPicPr>
          <p:cNvPr id="4" name="Picture 3" descr="ex01_virtual_seque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2: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CoverageModel: Extends `uvm_subscriber` for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collection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Sampling: Via `write()` method from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analysis 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Types: Data, address range, command,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cross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./scripts/module5.sh --coverage</a:t>
            </a:r>
          </a:p>
        </p:txBody>
      </p:sp>
      <p:pic>
        <p:nvPicPr>
          <p:cNvPr id="4" name="Picture 3" descr="ex02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3: Advanced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AgentConfig: Complex configuration object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multiple fields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EnvConfig: Environment-level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containing agent configs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Hierarchy: Multi-level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Advanced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./scripts/module5.sh --configuration</a:t>
            </a:r>
          </a:p>
        </p:txBody>
      </p:sp>
      <p:pic>
        <p:nvPicPr>
          <p:cNvPr id="4" name="Picture 3" descr="ex03_configu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4: Callbacks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DriverCallbackBase: Base callback class for driver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DriverCallback: Driver callback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MonitorCallbackBase: Base callback class for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Callbacks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./scripts/module5.sh --callbacks</a:t>
            </a:r>
          </a:p>
        </p:txBody>
      </p:sp>
      <p:pic>
        <p:nvPicPr>
          <p:cNvPr id="4" name="Picture 3" descr="ex04_callba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5: Register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RegisterField: Represents a register field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offset, width, and value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Register: Represents a register with address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fields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RegisterBlock: Represents a register block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multiple registers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Register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./scripts/module5.sh --register-model</a:t>
            </a:r>
          </a:p>
        </p:txBody>
      </p:sp>
      <p:pic>
        <p:nvPicPr>
          <p:cNvPr id="4" name="Picture 3" descr="ex05_register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Implement virtual sequences to coordinate multiple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Create coverage models for functional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advanced configuration with complex objects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Implement callbacks for component extension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register models for register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Apply advanced UVM patterns in testbenches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Models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Advanced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Callbacks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Register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implement virtual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create coverage models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use advanced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implement callbacks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use register models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Understands advanced UVM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Master advanced UVM features and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module5/CHECKLIST.md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module5/EXAMPLES.md and run each lab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Next module in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