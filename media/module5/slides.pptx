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  <p:sldId id="331" r:id="rId83"/>
    <p:sldId id="332" r:id="rId84"/>
    <p:sldId id="333" r:id="rId85"/>
    <p:sldId id="334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42" r:id="rId94"/>
    <p:sldId id="343" r:id="rId95"/>
    <p:sldId id="344" r:id="rId96"/>
    <p:sldId id="345" r:id="rId97"/>
    <p:sldId id="346" r:id="rId98"/>
    <p:sldId id="347" r:id="rId99"/>
    <p:sldId id="348" r:id="rId100"/>
    <p:sldId id="349" r:id="rId101"/>
    <p:sldId id="350" r:id="rId102"/>
    <p:sldId id="351" r:id="rId103"/>
    <p:sldId id="352" r:id="rId104"/>
    <p:sldId id="353" r:id="rId105"/>
    <p:sldId id="354" r:id="rId106"/>
    <p:sldId id="355" r:id="rId107"/>
    <p:sldId id="356" r:id="rId108"/>
    <p:sldId id="357" r:id="rId109"/>
    <p:sldId id="358" r:id="rId110"/>
    <p:sldId id="359" r:id="rId111"/>
    <p:sldId id="360" r:id="rId112"/>
    <p:sldId id="361" r:id="rId113"/>
    <p:sldId id="362" r:id="rId114"/>
    <p:sldId id="363" r:id="rId115"/>
    <p:sldId id="364" r:id="rId116"/>
    <p:sldId id="365" r:id="rId117"/>
    <p:sldId id="366" r:id="rId118"/>
    <p:sldId id="367" r:id="rId119"/>
    <p:sldId id="368" r:id="rId120"/>
    <p:sldId id="369" r:id="rId1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Relationship Id="rId83" Type="http://schemas.openxmlformats.org/officeDocument/2006/relationships/slide" Target="slides/slide76.xml"/><Relationship Id="rId84" Type="http://schemas.openxmlformats.org/officeDocument/2006/relationships/slide" Target="slides/slide77.xml"/><Relationship Id="rId85" Type="http://schemas.openxmlformats.org/officeDocument/2006/relationships/slide" Target="slides/slide78.xml"/><Relationship Id="rId86" Type="http://schemas.openxmlformats.org/officeDocument/2006/relationships/slide" Target="slides/slide79.xml"/><Relationship Id="rId87" Type="http://schemas.openxmlformats.org/officeDocument/2006/relationships/slide" Target="slides/slide80.xml"/><Relationship Id="rId88" Type="http://schemas.openxmlformats.org/officeDocument/2006/relationships/slide" Target="slides/slide81.xml"/><Relationship Id="rId89" Type="http://schemas.openxmlformats.org/officeDocument/2006/relationships/slide" Target="slides/slide82.xml"/><Relationship Id="rId90" Type="http://schemas.openxmlformats.org/officeDocument/2006/relationships/slide" Target="slides/slide83.xml"/><Relationship Id="rId91" Type="http://schemas.openxmlformats.org/officeDocument/2006/relationships/slide" Target="slides/slide84.xml"/><Relationship Id="rId92" Type="http://schemas.openxmlformats.org/officeDocument/2006/relationships/slide" Target="slides/slide85.xml"/><Relationship Id="rId93" Type="http://schemas.openxmlformats.org/officeDocument/2006/relationships/slide" Target="slides/slide86.xml"/><Relationship Id="rId94" Type="http://schemas.openxmlformats.org/officeDocument/2006/relationships/slide" Target="slides/slide87.xml"/><Relationship Id="rId95" Type="http://schemas.openxmlformats.org/officeDocument/2006/relationships/slide" Target="slides/slide88.xml"/><Relationship Id="rId96" Type="http://schemas.openxmlformats.org/officeDocument/2006/relationships/slide" Target="slides/slide89.xml"/><Relationship Id="rId97" Type="http://schemas.openxmlformats.org/officeDocument/2006/relationships/slide" Target="slides/slide90.xml"/><Relationship Id="rId98" Type="http://schemas.openxmlformats.org/officeDocument/2006/relationships/slide" Target="slides/slide91.xml"/><Relationship Id="rId99" Type="http://schemas.openxmlformats.org/officeDocument/2006/relationships/slide" Target="slides/slide92.xml"/><Relationship Id="rId100" Type="http://schemas.openxmlformats.org/officeDocument/2006/relationships/slide" Target="slides/slide93.xml"/><Relationship Id="rId101" Type="http://schemas.openxmlformats.org/officeDocument/2006/relationships/slide" Target="slides/slide94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" Target="slides/slide99.xml"/><Relationship Id="rId107" Type="http://schemas.openxmlformats.org/officeDocument/2006/relationships/slide" Target="slides/slide100.xml"/><Relationship Id="rId108" Type="http://schemas.openxmlformats.org/officeDocument/2006/relationships/slide" Target="slides/slide101.xml"/><Relationship Id="rId109" Type="http://schemas.openxmlformats.org/officeDocument/2006/relationships/slide" Target="slides/slide102.xml"/><Relationship Id="rId110" Type="http://schemas.openxmlformats.org/officeDocument/2006/relationships/slide" Target="slides/slide103.xml"/><Relationship Id="rId111" Type="http://schemas.openxmlformats.org/officeDocument/2006/relationships/slide" Target="slides/slide104.xml"/><Relationship Id="rId112" Type="http://schemas.openxmlformats.org/officeDocument/2006/relationships/slide" Target="slides/slide105.xml"/><Relationship Id="rId113" Type="http://schemas.openxmlformats.org/officeDocument/2006/relationships/slide" Target="slides/slide106.xml"/><Relationship Id="rId114" Type="http://schemas.openxmlformats.org/officeDocument/2006/relationships/slide" Target="slides/slide107.xml"/><Relationship Id="rId115" Type="http://schemas.openxmlformats.org/officeDocument/2006/relationships/slide" Target="slides/slide108.xml"/><Relationship Id="rId116" Type="http://schemas.openxmlformats.org/officeDocument/2006/relationships/slide" Target="slides/slide109.xml"/><Relationship Id="rId117" Type="http://schemas.openxmlformats.org/officeDocument/2006/relationships/slide" Target="slides/slide110.xml"/><Relationship Id="rId118" Type="http://schemas.openxmlformats.org/officeDocument/2006/relationships/slide" Target="slides/slide111.xml"/><Relationship Id="rId119" Type="http://schemas.openxmlformats.org/officeDocument/2006/relationships/slide" Target="slides/slide112.xml"/><Relationship Id="rId120" Type="http://schemas.openxmlformats.org/officeDocument/2006/relationships/slide" Target="slides/slide113.xml"/><Relationship Id="rId121" Type="http://schemas.openxmlformats.org/officeDocument/2006/relationships/slide" Target="slides/slide1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Design Architecture.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— execution and artifact layout.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Match each path to files under module/examples/.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Follow this order when tracing waveforms or debugging.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Verification &amp; Testing Methods.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 — protocol/design depth.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Topics Covered.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Execute from course root or example directory — see docs/MODULE5.md.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from course repository root.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module5/examples/virtual_sequences/README.md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module5/examples/virtual_sequences/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module5/examples/coverage/README.md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module5/examples/coverage/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module5/examples/configuration/README.md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module5/examples/configuration/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module5/examples/callbacks/README.md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module5/examples/callbacks/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module5/examples/register_model/README.md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Hands-on: module5/examples/register_model/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From MODULE5 Learning Outcomes.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1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3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4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6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8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9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0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1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2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3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4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5.xml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86.xml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7.xml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8.xml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9.xml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0.xml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1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2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3.xml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94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5.xml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11064240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spcAft>
                <a:spcPts val="400"/>
              </a:spcAft>
              <a:defRPr sz="4000" b="1">
                <a:solidFill>
                  <a:srgbClr val="1A1A2E"/>
                </a:solidFill>
                <a:latin typeface="Calibri"/>
              </a:defRPr>
            </a:pPr>
            <a:r>
              <a:t>Module 5</a:t>
            </a:r>
          </a:p>
          <a:p>
            <a:pPr algn="ctr">
              <a:lnSpc>
                <a:spcPts val="2200"/>
              </a:lnSpc>
              <a:spcBef>
                <a:spcPts val="1400"/>
              </a:spcBef>
              <a:defRPr sz="2600" b="0">
                <a:solidFill>
                  <a:srgbClr val="333333"/>
                </a:solidFill>
                <a:latin typeface="Calibri"/>
              </a:defRPr>
            </a:pPr>
            <a:r>
              <a:t>Advanced UVM Concepts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advanced UVM features and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Prerequisites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See module README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Learning path</a:t>
            </a:r>
          </a:p>
        </p:txBody>
      </p:sp>
      <p:pic>
        <p:nvPicPr>
          <p:cNvPr id="3" name="Picture 2" descr="learning_pat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Master advanced UVM features and patterns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This module covers advanced UVM concepts including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virtual sequences, coverage models, advanced con…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Design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UVM coordination architecture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run on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sequencer; delegate to agent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maps address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space — frontdoor (bus)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backdoor (hdl paths)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 intercept pre/post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drive, report, or phase hooks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Hierarchy: Test → Env →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{Agent(s), Reg model,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collector}</a:t>
            </a:r>
          </a:p>
        </p:txBody>
      </p:sp>
      <p:pic>
        <p:nvPicPr>
          <p:cNvPr id="4" name="Picture 3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UVM coordination architecture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uvm_virtual_sequencer: Coordinates multiple sub-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(multi-agent)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uvm_reg_block / uvm_reg: Register abstraction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uvm_subscriber / callbacks: Hook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subclassing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model: covergroup in classes or standalone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Advanced UVM coordination architecture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objects: Structured uvm_object passed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Cross-cutting concern flow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Config object — Built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test; set via uvm_config_db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Virtual sequence — Starts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traffic on multiple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Functional coverage — Samples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during monitor/scoreboard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Register sequences — 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write/read with predicted values</a:t>
            </a:r>
          </a:p>
        </p:txBody>
      </p:sp>
      <p:pic>
        <p:nvPicPr>
          <p:cNvPr id="4" name="Picture 3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Cross-cutting concern flow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Callback — Alters or logs transaction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Module 5 DUT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`dut/advanced/multi_channel.v` —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multi-channel design for virtual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 demos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Examples map 1:1 to advanced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topics (virtual seq, coverage,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 model, callbacks)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Integrated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`test_advanced_uvm.sv` combines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advanced features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RTL block diagram (reference)</a:t>
            </a:r>
          </a:p>
        </p:txBody>
      </p:sp>
      <p:pic>
        <p:nvPicPr>
          <p:cNvPr id="3" name="Picture 2" descr="rtl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DUT hierarchy and signal flow.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/ testbench diagram (reference)</a:t>
            </a:r>
          </a:p>
        </p:txBody>
      </p:sp>
      <p:pic>
        <p:nvPicPr>
          <p:cNvPr id="3" name="Picture 2" descr="verification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Module 5: stimulus, observation, and checking.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Execution &amp; simulation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How the example runs (toolchain)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Makefile: Verilator + UVM_HOME compile RTL,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interface, and test_*.sv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 phases: build → connect → run_test → report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(same pattern as Module 2)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→ driver → DUT → monitor → scoreboard (read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at end)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Typical command: make SIM=verilator TEST=test_* (see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module5 demo slide)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Loopback / hooks connect monitor observations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scoreboard checks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1: Config object — Built in test; set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uvm_config_db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2: Virtual sequence — Starts traffic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interfaces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3: Functional coverage — Samples during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monitor/scoreboard activity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4: Register sequences — RAL write/read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predicted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Artifact flow (spec → sim)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5: Callback — Alters or logs transaction before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directory layout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uvm_virtual_sequencer: Coordinates multiple sub-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(multi-agent)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uvm_reg_block / uvm_reg: Register abstraction layer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(RAL)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uvm_subscriber / callbacks: Hook component behavior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without subclassing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model: covergroup in classes or standalone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objects: Structured uvm_object passed via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ConfigDB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Directed test execution sequence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build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report +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Verification &amp; testing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System-level stimulus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 coordinate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reset, config, traffic,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shutdown across agents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Constrained-random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with covergroups measuring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interesting bins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tests: reset values,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bit-field access, alias rules,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prediction vs actual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 for error injection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and debug without modifying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driver source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Coverage-driven closure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5303520" cy="47548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Define coverpoints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 fields and cross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between channels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`uvm_config_db`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enable/disable coverage and set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verbosity per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Closure metrics: functional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coverage goals + zero scoreboard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mismatches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`./scripts/module5.sh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--coverage` demonstrates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sampling and report</a:t>
            </a:r>
          </a:p>
        </p:txBody>
      </p:sp>
      <p:pic>
        <p:nvPicPr>
          <p:cNvPr id="4" name="Picture 3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2094547"/>
            <a:ext cx="5394960" cy="303466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Coverage-driven closure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Out of scope on Verilator: some advanced RAL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backdoor paths may be limited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Syllabus topics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Protocol &amp; design details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5.1: Virtual Sequences (`module5/examples/virtual_seq…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VirtualSequencer: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(`master_seqr`, `slave_seqr`)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ChannelSequence: Regular sequence for a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Using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5.1: Virtual Sequences (`module5/examples/virtual_seq…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Hold references to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References are set in `connect_phase()`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Virtual sequencer doesn't create sequencers,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 references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5.2: Coverage (`module5/examples/coverage/coverage.sv…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CoverageModel: Extends `uvm_subscriber`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Sampling: Via `write()` method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Types: Data, address range, command,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Analysis: Coverage statistics and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5.2: Coverage (`module5/examples/coverage/coverage.sv…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Sample coverage data from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associative arrays to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unique values and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5.3: Advanced Configuration (`module5/examples/config…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AgentConfig: Complex configuration object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EnvConfig: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containing agent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Hierarchy: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Usage: Setting and getting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5.3: Advanced Configuration (`module5/examples/config…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configuration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Allows configuration inheritance and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copy all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Multi-level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5.4: Callbacks (`module5/examples/callbacks/callbacks…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DriverCallbackBase: Base callback class for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DriverCallback: Driver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MonitorCallbackBase: Base callback class for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MonitorCallback: Monitor callback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5.4: Callbacks (`module5/examples/callbacks/callbacks…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Registration: Registering callbacks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Define callback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functions to be overridden in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callback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5.5: Register Model (`module5/examples/register_model…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Represents a register field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Represents a register with address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Represents a register block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Operations: Read/write operations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Example 5.5: Register Model (`module5/examples/register_model…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Represent individual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Fields have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Build register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Sequence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Hold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Phase: Set references from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Transaction Type: Virtual sequencer doesn't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 `uvm_sequencer #(type)`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Body Task: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Virtual Sequence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Set before starting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`start()` calls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Coverage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transaction for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 - Count unique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Coverage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- Iterate over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Advanced Configuration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`do_copy(rhs)` - Copy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Configs - Config objects containing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Callback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`uvm_register_cb(Component, Callback)` -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`uvm_do_callbacks(Component, Callback,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method(args))` - Execute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 Callback)::add(component,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callback)` - Add callback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Callback)::delete(component, callback)` - Remove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Register Model Methods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`add_field(field)` -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`write(data)` -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`read()` - Read value from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Detail: Register Model Methods (2)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`add_register(reg)` - Add register to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`get_register(name)` -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`write_register(name, data)` - Write register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`read_register(name)` - Read register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Verification flow (reference)</a:t>
            </a:r>
          </a:p>
        </p:txBody>
      </p:sp>
      <p:pic>
        <p:nvPicPr>
          <p:cNvPr id="3" name="Picture 2" descr="testin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143000"/>
            <a:ext cx="8128000" cy="4572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5897880"/>
            <a:ext cx="11064240" cy="4114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1200" b="0">
                <a:solidFill>
                  <a:srgbClr val="333333"/>
                </a:solidFill>
                <a:latin typeface="Calibri"/>
              </a:defRPr>
            </a:pPr>
            <a:r>
              <a:t>Stimulus, DUT response, and check points for this module.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Purpose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Coordinating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Cross-agent stimulus generation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System-level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 libraries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Connection in connect_phase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usage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VirtualSequencer: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(`master_seqr`, `slave_seqr`)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ChannelSequence: Regular sequence for a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Using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Hold references to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References are set in `connect_phase()`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Note: Virtual sequencer doesn't create sequencers,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only references them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Coordinate sequences on multiple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sequence doesn't extend `uvm_sequence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#(transaction_type)`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Parallel: Use `fork-join` for concurrent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Sequential: Call `start()` sequentially for ordered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virtual sequencer/sequence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actual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`connect_phase()`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be set before starting virtual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Start virtual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sequence can start on virtual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or null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sequences concurrently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Both sequences run in parallel, `join` waits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both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Total time = max(seq1_time, seq2_time)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Independent operations,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fork-join: Wait for all sequences (most common)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fork-join_any: Wait for first to complete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fork-join_none: Fire and forget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sequences in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Second sequence starts after first completes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Timing: Total time = seq1_time + seq2_time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case: Ordered operations, dependencies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Check sequencer availability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for null before using sequencer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references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coordinates sequences on different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 using fork-join enables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concurrent testing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sequence execution enables ordered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- Holds references, doesn't create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-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 - Set in `connect_phase()`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 -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1. Virtual Sequences and Sequencers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 - Sequential `start()`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for ordered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sequencer creation and connection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 coordination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sequence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sequence execution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Functional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 range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CoverageModel: Extends `uvm_subscriber`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Sampling: Via `write()` method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Types: Data, address range, command,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Analysis: Coverage statistics and reporting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Sample coverage data from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automatically when monitor writes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associative arrays to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unique values and counts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Associative arrays enable efficient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Report coverage statistics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Called in cleanup phase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Uses `num()` to count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producer to coverage model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Coverage automatically receives via `write()`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Track combinations of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2D associative arrays for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Track (data, command) pairs, (address, data)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pairs, etc.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Initialize coverage data structures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Fixed arrays initialized in constructor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 class extending `uvm_subscriber`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enables automatic sampling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 via `write()` method receives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transactions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Coverpoints and bins track unique values and ranges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between multiple fields tracks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combinations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transaction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Track unique values efficiently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 in associative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array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 - Count number of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- Iterate over associative array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2D associative arrays - Track cross coverage pairs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Data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Address range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2. Coverage Models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Command coverage tracking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Cross coverage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(1/7)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design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methods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(2/7)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inheritance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AgentConfig: Complex configuration object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EnvConfig: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containing agent configs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(3/7)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Hierarchy: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Usage: Setting and getting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Enable configuration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Allows configuration inheritance and copying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Must copy all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Multi-level configuration hierarchy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(4/7)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Configuration objects can contain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Set configuration for specific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Use component path in `set()` call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Retrieve configuration in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Always check return value, provide defaults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Debug configuration values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(5/7)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Logging, debugging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objects enable rich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data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 supports multi-level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Resource database usage provides flexible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inheritance enables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reuse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`do_copy()` - Enable configuration copying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(6/7)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configs - Configuration objects containing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other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Component-specific paths - Set config for specific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 hierarchy -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Debug configuration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Complex configuration object creation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 demonstrated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3. Advanced Configuration (7/7)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setting and getting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object usage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(1/8)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Mechanism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base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execution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Usage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(2/8)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Transaction modification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Side-effect actions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DriverCallbackBase: Base callback class for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DriverCallback: Driver callback implementation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(3/8)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MonitorCallbackBase: Base callback class for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MonitorCallback: Monitor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Registration: Registering callbacks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Define callback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Virtual functions to be overridden in derived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classes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Implement callback behavior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(4/8)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`uvm_register_cb` macro registers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Register callback type with component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Must be in callback class definition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Enables type-safe callback registration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Execute all registered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Call at appropriate points in component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(5/8)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Executes all callbacks registered for this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Connect callback to component instance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In test's `connect_phase()`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Callback must be registered before it can be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Manage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Static methods operate on callback registry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(6/8)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Multiple callbacks for same component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All registered callbacks execute in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registration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Control callback execution order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Pre-callbacks → operation → post-callbacks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mechanism enables non-intrusive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 provide hooks for customization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(7/8)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connects callbacks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usage patterns enable flexible test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customization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`uvm_register_cb` - Register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`uvm_do_callbacks` - Execute all registered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base class - Define callback interface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- Connect callback to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4. Callbacks (8/8)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Pre/post callbacks - Hooks before/after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Pre-drive callbacks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Post-drive callbacks executed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 callbacks executed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(1/9)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Basics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blocks, registers,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predictor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(2/9)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Individual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Complete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Register address spaces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Represents a register field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Represents a register with address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(3/9)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Represents a register block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Operations: Read/write operations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Represent individual register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Fields have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Build register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(4/9)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Fields stored in queue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Updates register value and all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extraction: Uses bit shifting and masking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Read register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Returns: Register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(5/9)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Add register to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Automatically assigns address based on position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Returns null if register not found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High-level register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Usage: Access registers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(6/9)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Handles null checks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Extract field values from register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Bit shifting and masking for field extraction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Example: Field at offset 4, width 3: `(data &gt;&gt; 4) &amp;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7`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Compose register value from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Shift and OR field values into register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(7/9)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Purpose: Automatically assign register addresses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Key: Address = base_address + (index * 4) for 32-bit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 provides abstraction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 access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blocks, registers, fields organize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hierarchy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 enable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Simplified register model demonstrates concepts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(full implementation requires uvm_reg)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(8/9)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`add_field()` -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`write(data)` -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`read()` - Read value from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`add_register()` - Add register to block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`get_register(name)` -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`write_register()` - High-level write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5. Register Model (9/9)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`read_register()` - High-level read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Field extraction - Bit shifting and masking for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 structure demonstrated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field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read/write operations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block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Hold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Connect Phase: Set references from environment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No Transaction Type: Virtual sequencer doesn't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extend `uvm_sequencer #(type)`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Body Task: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Sequencer References: Set before starting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`start()` calls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`write(t)` - Receive transaction for sampling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Associative Arrays - Track unique values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`exists(key)` - Check if key exists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`num()` - Count unique keys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`foreach` - Iterate over keys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`do_copy(rhs)` - Copy configuration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Nested Configs - Config objects containing other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`uvm_register_cb(Component, Callback)` -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 type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`uvm_do_callbacks(Component, Callback,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method(args))` - Execute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 Callback)::add(component,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callback)` - Add callback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`uvm_callbacks#(Component,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Callback)::delete(component, callback)` - Remove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callback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`convert2string()` - String representation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`add_field(field)` - Add field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`write(data)` - Write value to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`read()` - Read value from register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`add_register(reg)` - Add register to block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6. Advanced UVM Methods Reference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`get_register(name)` - Look up register by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`write_register(name, data)` - Write register by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name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`read_register(name)` - Read register by name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5.1: Virtual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--virtual-sequences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cd module5/examples/virtual_sequences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verilator -sv --cc --exe --timing --trace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-I$UVM_HOME/src +incdir+$UVM_HOME/src +define+UVM_NO_DPI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--binary $UVM_HOME/src/uvm_pkg.sv virtual_sequences.sv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virtual_sequences.cpp \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--top-module virtual_sequences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make -C obj_dir -f Vvirtual_sequences.mk</a:t>
            </a:r>
          </a:p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./obj_dir/Vvirtual_sequences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5.2: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5.3: Advanced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5.4: Callbacks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--callbacks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Run: Example 5.5: Register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--register-model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Hands-on examples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Module 5 self-check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--help</a:t>
            </a:r>
          </a:p>
        </p:txBody>
      </p:sp>
      <p:pic>
        <p:nvPicPr>
          <p:cNvPr id="4" name="Picture 3" descr="module5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 scaffold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43000"/>
            <a:ext cx="11064240" cy="50292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4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./scripts/module5.sh --scaffold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1: Virtual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VirtualSequencer: Contains references to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 (`master_seqr`, `slave_seqr`)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VirtualSequence: Coordinates sequences on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ChannelSequence: Regular sequence for a single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channel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Parallel Execution: Using `fork-join` for concurrent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Sequential Execution: Sequential sequence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coordination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Virtual Sequences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--virtual-sequences</a:t>
            </a:r>
          </a:p>
        </p:txBody>
      </p:sp>
      <p:pic>
        <p:nvPicPr>
          <p:cNvPr id="4" name="Picture 3" descr="ex01_virtual_sequen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2: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CoverageModel: Extends `uvm_subscriber` for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collection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Sampling: Via `write()` method from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analysis port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Types: Data, address range, command,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cross coverage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Analysis: Coverage statistics and reporting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Coverage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--coverage</a:t>
            </a:r>
          </a:p>
        </p:txBody>
      </p:sp>
      <p:pic>
        <p:nvPicPr>
          <p:cNvPr id="4" name="Picture 3" descr="ex02_cover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3: Advanced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AgentConfig: Complex configuration object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EnvConfig: Environment-level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containing agent configs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Hierarchy: Multi-level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structure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Configuration Usage: Setting and getting complex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configuration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Advanced Configuration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--configuration</a:t>
            </a:r>
          </a:p>
        </p:txBody>
      </p:sp>
      <p:pic>
        <p:nvPicPr>
          <p:cNvPr id="4" name="Picture 3" descr="ex03_configur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4: Callbacks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DriverCallbackBase: Base callback class for driver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DriverCallback: Driver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MonitorCallbackBase: Base callback class for monitor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MonitorCallback: Monitor callback implementation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 Registration: Registering callbacks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components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Callbacks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--callbacks</a:t>
            </a:r>
          </a:p>
        </p:txBody>
      </p:sp>
      <p:pic>
        <p:nvPicPr>
          <p:cNvPr id="4" name="Picture 3" descr="ex04_callbac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Example 5: Register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RegisterField: Represents a register field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offset, width, and value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Register: Represents a register with address and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fields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RegisterBlock: Represents a register block with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multiple registers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Operations: Read/write operations 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registers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Demo: Register Model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51560"/>
            <a:ext cx="11064240" cy="914400"/>
          </a:xfrm>
          <a:prstGeom prst="rect">
            <a:avLst/>
          </a:prstGeom>
          <a:solidFill>
            <a:srgbClr val="F4F4F4"/>
          </a:solidFill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200"/>
              </a:spcAft>
              <a:defRPr sz="2000" b="0">
                <a:solidFill>
                  <a:srgbClr val="333333"/>
                </a:solidFill>
                <a:latin typeface="Consolas"/>
              </a:defRPr>
            </a:pPr>
            <a:r>
              <a:t>$ ./scripts/module5.sh --register-model</a:t>
            </a:r>
          </a:p>
        </p:txBody>
      </p:sp>
      <p:pic>
        <p:nvPicPr>
          <p:cNvPr id="4" name="Picture 3" descr="ex05_register_mod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65960"/>
            <a:ext cx="7071358" cy="39776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0"/>
            <a:ext cx="11064240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>
              <a:lnSpc>
                <a:spcPts val="2200"/>
              </a:lnSpc>
              <a:defRPr sz="3600" b="1">
                <a:solidFill>
                  <a:srgbClr val="1A1A2E"/>
                </a:solidFill>
                <a:latin typeface="Calibri"/>
              </a:defRPr>
            </a:pPr>
            <a:r>
              <a:t>Practice &amp; assessment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What you should know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virtual sequences to coordinate multiple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      sequencers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Create coverage models for functional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advanced configuration with complex objects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Implement callbacks for component extension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Use register models for register verification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Apply advanced UVM patterns in testbenches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Exercises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Advanced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Register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Assessment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virtual sequences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create coverage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advanced configuration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implement callbacks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Can use register models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Understands advanced UVM patterns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77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defRPr sz="2800" b="1">
                <a:solidFill>
                  <a:srgbClr val="1A1A2E"/>
                </a:solidFill>
                <a:latin typeface="Calibri"/>
              </a:defRPr>
            </a:pPr>
            <a:r>
              <a:t>Summary &amp; next steps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234440"/>
            <a:ext cx="11064240" cy="493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Master advanced UVM features and patterns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Complete module5/CHECKLIST.md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Review module5/EXAMPLES.md and run each lab</a:t>
            </a:r>
          </a:p>
          <a:p>
            <a:pPr>
              <a:lnSpc>
                <a:spcPts val="2200"/>
              </a:lnSpc>
              <a:spcAft>
                <a:spcPts val="1000"/>
              </a:spcAft>
              <a:defRPr sz="2000" b="0">
                <a:solidFill>
                  <a:srgbClr val="333333"/>
                </a:solidFill>
                <a:latin typeface="Calibri"/>
              </a:defRPr>
            </a:pPr>
            <a:r>
              <a:t>• Next: Next module in course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11064240" cy="3200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r">
              <a:lnSpc>
                <a:spcPts val="2200"/>
              </a:lnSpc>
              <a:defRPr sz="1000" b="0">
                <a:solidFill>
                  <a:srgbClr val="666666"/>
                </a:solidFill>
                <a:latin typeface="Calibri"/>
              </a:defRPr>
            </a:pPr>
            <a:r>
              <a:t>learn_uvm2017_sv_verilator / Module 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