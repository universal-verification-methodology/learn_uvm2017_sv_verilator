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module1/examples/sv_basics/README.md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module1/examples/sv_basics/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module1/examples/interfaces/README.md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module1/examples/interfaces/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module1/examples/packages/README.md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module1/examples/packages/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module1/examples/data_structures/README.md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module1/examples/data_structures/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module1/examples/error_handling/README.md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module1/examples/error_handling/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9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1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SystemVerilog and Verification Basics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SystemVerilog for verification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Understand SystemVerilog for verification and verification fundamentals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establishes the foundation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 work. You'll learn essential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SystemVerilog…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SystemVerilog Classes and Inheritance for Verification (1/9)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Object-Oriented Programming Basics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Classes and objects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Instance variables and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Static variables and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Encapsulation concepts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Access modifiers (public, protected, local)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SystemVerilog Classes and Inheritance for Verification (2/9)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Inheritance in SystemVerilog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Single inheritance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overriding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`super` keyword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methods and polymorphism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Abstract classes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SystemVerilog Classes and Inheritance for Verification (3/9)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Special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`new()` constructor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`copy()` and `clone()`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`compare()` and `convert2string()`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`print()` and `sprint()`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 Design Patterns for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SystemVerilog Classes and Inheritance for Verification (4/9)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pattern basics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Singleton pattern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Builder pattern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Strategy pattern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Base `Transaction` class with static variables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(`id_counter`)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Instance variables (`id`, `data`, `timestamp`)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SystemVerilog Classes and Inheritance for Verification (5/9)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Special methods: `new()`, `copy()`, `compare()`,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`convert2string()`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Inheritance: `ReadTransaction`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`WriteTransaction` inherit from `Transaction`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overriding: Child classes override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`convert2string()` method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`super` to call parent class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Initialize object when created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Called: Automatically via `Transaction txn = new();`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SystemVerilog Classes and Inheritance for Verification (6/9)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Default Parameters: `name` parameter has default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Deep copy of transaction object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Null Check: Always validates input before accessing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`txn_copy.copy(txn1);` copies all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Returns: `1` if equal, `0` if not equal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`if (txn1.compare(txn2)) $display("Match!");`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SystemVerilog Classes and Inheritance for Verification (7/9)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Uses: `$sformatf()` built-in function for formatting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Format Specifiers: `%0d` (decimal), `%0h`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(hexadecimal)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`$display("%s", txn.convert2string());`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Encapsulated access to private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`int id_val = txn.get_id();`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Polymorphism: Derived class method called when using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base class handle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SystemVerilog Classes and Inheritance for Verification (8/9)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Base transaction creation and manipulation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Derived transaction examples showing inheritance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Copy and compare operations working correctly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 conversion examples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Static Variables: `id_counter` is shared across 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instances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Instance Variables: Each transaction has its own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`id`, `data`, `timestamp`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SystemVerilog Classes and Inheritance for Verification (9/9)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Special Methods: Enable UVM-compatible behavior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(copy, compare, string conversion)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Inheritance: `ReadTransaction`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`WriteTransaction` extend base functionality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Overriding: Child classes customize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representation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 Syntax: `function &lt;return_type&gt;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&lt;name&gt;(&lt;args&gt;); ... endfunction`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Null Safety: Always check for null before accessing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object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Built-in Functions: `$sformatf()`, `$error()`,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`$display()` used throughout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Interfaces and Modports (1/8)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SystemVerilog Interfaces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instantiation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Modports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Interfaces and Modports (2/8)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Modport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Direction specification (input, output, inout)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Modport usage in modules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modports per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Clocking Blocks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Clocking block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Interfaces and Modports (3/8)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Clocking block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Synchronous signal access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Clocking block in interfaces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Verification-Specific Interfaces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interfaces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interfaces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Interfaces and Modports (4/8)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interfaces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interfaces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Definition: `apb_if` interface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signals and clocking block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Modports: `master_mp` and `slave_mp` modports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different signal directions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Clocking Block: `cb` clocking block for synchronous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access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Usage: Module using interface with modport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Interfaces and Modports (5/8)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Integration: Testbench connecting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 Usage: Clock generation task, APB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tasks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free-running clock signal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Built-in Features: `forever` loop, delay operator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`#`, bitwise NOT `~`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Result: Clock with 10 time unit period (50% duty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cycle)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 Control: `@(posedge clk)` waits for clock 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Interfaces and Modports (6/8)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Non-blocking Assignment: `&lt;=` for sequential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Wait Loop: `while (!condition) @(posedge clk)`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pattern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Blocking Assignment: `=` for initialization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(combinational)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Non-blocking Assignment: `&lt;=` for sequential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(clocked)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Signal Access: `bus.signal_name` accesses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interface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Interfaces provide structured communication between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Interfaces and Modports (7/8)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Modports control signal direction and access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Clocking blocks enable synchronous signal access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Interfaces are essential for UVM testbenches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 Control: `@(posedge clk)` synchronizes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clock edges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Assignment Types: `=` (blocking) vs `&lt;=` (non-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blocking)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Wait Patterns: `while (!condition) @(posedge clk)`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handshaking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Interfaces and Modports (8/8)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Built-in Operators: `~` (NOT), `&amp;&amp;` (AND), `!`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(logical NOT)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Packages and Namespaces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SystemVerilog Packages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items (classes, functions, types)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import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compilation order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Namespaces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Packages and Namespaces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namespaces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Resolving name conflicts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Wildcard imports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Explicit imports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 Packages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Common verification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Packages and Namespaces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Utility functions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Shared 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Definition: `verification_pkg` with common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types and functions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Import: Using `import verification_pkg::*`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Name Resolution: Handling name conflicts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Packages and Namespaces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Organization: Structuring verification code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 Definitions: `is_valid_address()`,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`calculate_checksum()` functions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 Definitions: `wait_for_condition()` task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timeout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Validates address range (returns 1 if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valid, 0 if invalid)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`if (is_valid_address(addr)) ...`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Feature: `automatic` keyword makes function re-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entrant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Packages and Namespaces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Calculates XOR checksum of 32-bit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Returns: 8-bit checksum 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`logic [7:0] checksum =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calculate_checksum(data);`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Wait for condition with timeout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Features: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`ref` parameter passes by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Packages and Namespaces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Contains delays (`#1`)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 task with timing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Packages organize related code (types, functions,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tasks, constants)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Import statements control namespace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Functions in packages are reusable across modules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`automatic` keyword enables re-entrant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functions/tasks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Packages and Namespaces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Tasks can contain delays, functions cannot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Packages improve code reusability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Essential for UVM library organization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Data Structures for Verification (1/8)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SystemVerilog Data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`bit` and `logic`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`int`, `longint`, `shortint`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`real` and `realtime`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`string` type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`enum`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Data Structures for Verification (2/8)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Arrays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Fixed-size arrays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Dynamic arrays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Associative arrays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Array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Data Structures for Verification (3/8)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Structures and Unions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`struct`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Packed and unpacked structures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`union`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Structure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Verification-Specific Data Structures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Data Structures for Verification (4/8)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queues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bins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structures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structures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Dynamic Arrays: Transaction arrays that grow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dynamically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Queues: FIFO queues for transaction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Data Structures for Verification (5/8)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Associative Arrays: Indexed by transaction 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Structures: Complex data structures for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Array Methods: Using built-in array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 Methods: Queue and scoreboard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(`push()`, `pop()`, `check()`)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`push()`: Wraps `push_back()` for FIFO enqueue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`pop()`: Wraps `pop_front()` for FIFO dequeue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Data Structures for Verification (6/8)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`size()`: Returns queue element count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`queue.push(txn); txn = queue.pop();`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`add_expected()`: Stores expected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`check()`: Compares expected vs actual using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`exists()` method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`scoreboard.add_expected(1, data);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scoreboard.check(1);`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`sample_address()`: Records address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Data Structures for Verification (7/8)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`get_coverage()`: Calculates coverage percentage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Built-in Features: `foreach` loop, `exists()`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method, type casting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Dynamic arrays provide flexibility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Queues are ideal for FIFO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Associative arrays enable key-value lookups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Structures organize related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Data Structures for Verification (8/8)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Array methods (`push_back()`, `pop_front()`,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`size()`, `exists()`) are essential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Wrapper methods provide clean interfaces to built-in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array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`foreach` loops iterate over associative arrays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efficiently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Error Handling and Logging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SystemVerilog Assertions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Immediate assertions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Concurrent assertions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 severity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Reporting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Error Handling and Logging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messaging system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Severity levels (FATAL, ERROR, WARNING, INFO, DEBUG)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Verbosity levels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Message formatting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Exception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Try-catch blocks (SystemVerilog 2017+)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Error Handling and Logging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propagation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Graceful error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Logging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Structured logging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 file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 logging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Error Handling and Logging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Production logging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Reporting: Using `uvm_report_info()`,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`uvm_report_error()`, etc.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Assertions: Immediate and concurrent assertions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Handling: Try-catch blocks for exception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Logging Patterns: Structured logging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Retry Logic: Task with retry mechanism using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`retry_task()`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Error Handling and Logging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Exception Objects: Custom exception class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`convert2string()` method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Constructor: Initializes exception with message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`convert2string()`: Formats exception for display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`$display("%s", exc.convert2string());`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Retry operation with configurable attempts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Built-in Functions Used: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Error Handling and Logging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`$display()`: Print formatted messages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`$urandom_range()`: Generate random numbers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simulation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`comp.retry_task(3);` retries up to 3 times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Demonstrate different message severity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levels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Shows structured logging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reporting provides standardized messaging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Error Handling and Logging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Assertions catch design errors early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Exception handling enables graceful failures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Logging is essential for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Tasks can implement retry logic with delays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Built-in functions like `$urandom_range()` are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useful for simulation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Custom exception classes provide structured error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information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SystemVerilog Functions and Tasks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docs/MODULE1.md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1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./scripts/module1.sh --sv-basics</a:t>
            </a:r>
          </a:p>
        </p:txBody>
      </p:sp>
      <p:pic>
        <p:nvPicPr>
          <p:cNvPr id="4" name="Picture 3" descr="module1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./scripts/module1.sh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1: Transaction Classes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Base `Transaction` class with static variables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(`id_counter`)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Instance variables (`id`, `data`, `timestamp`)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Special methods: `new()`, `copy()`, `compare()`,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`convert2string()`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Transaction Classes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./scripts/module1.sh --sv-basics</a:t>
            </a:r>
          </a:p>
        </p:txBody>
      </p:sp>
      <p:pic>
        <p:nvPicPr>
          <p:cNvPr id="4" name="Picture 3" descr="ex01_sv_bas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2: Interfaces and Modports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Definition: `apb_if` interface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signals and clocking block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Modports: `master_mp` and `slave_mp` modports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different signal directions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Clocking Block: `cb` clocking block for synchronous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Interfaces and Modports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./scripts/module1.sh --interfaces</a:t>
            </a:r>
          </a:p>
        </p:txBody>
      </p:sp>
      <p:pic>
        <p:nvPicPr>
          <p:cNvPr id="4" name="Picture 3" descr="ex02_interf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3: Packages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Definition: `verification_pkg` with common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types and functions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Import: Using `import verification_pkg::*`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Name Resolution: Handling name conflicts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Packages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./scripts/module1.sh --packages</a:t>
            </a:r>
          </a:p>
        </p:txBody>
      </p:sp>
      <p:pic>
        <p:nvPicPr>
          <p:cNvPr id="4" name="Picture 3" descr="ex03_pack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4: Data Structures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Dynamic Arrays: Transaction arrays that grow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dynamically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Queues: FIFO queues for transaction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Associative Arrays: Indexed by transaction 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Data Structures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./scripts/module1.sh --data-structures</a:t>
            </a:r>
          </a:p>
        </p:txBody>
      </p:sp>
      <p:pic>
        <p:nvPicPr>
          <p:cNvPr id="4" name="Picture 3" descr="ex04_data_struc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5: Error Handling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Reporting: Using `uvm_report_info()`,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`uvm_report_error()`, etc.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Assertions: Immediate and concurrent assertions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Handling: Try-catch blocks for exception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Error Handling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./scripts/module1.sh --error-handling</a:t>
            </a:r>
          </a:p>
        </p:txBody>
      </p:sp>
      <p:pic>
        <p:nvPicPr>
          <p:cNvPr id="4" name="Picture 3" descr="ex05_error_hand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SystemVerilog OOP concepts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and use SystemVerilog 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 interfaces with modports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Organize code using packages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appropriate data structures for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error handling and logging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Write basic SystemVerilog testbenches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UVM class structure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Class Design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Design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Data Structure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create SystemVerilog classes with inheritance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design and use interfaces with modports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organize code using packages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use appropriate data structures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implement error handling and logging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write basic SystemVerilog testbenches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SystemVerilog for verification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 fundamentals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module1/CHECKLIST.md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module1/EXAMPLES.md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