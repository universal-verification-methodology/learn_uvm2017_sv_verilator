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1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SystemVerilog and Verification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SystemVerilog for verification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SystemVerilog for verification and verification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establishes the foundation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work. You'll learn essential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SystemVerilog…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Object-Oriented Programming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Classes and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variables and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Static variables and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Encapsulation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Access modifiers (public, protected, local)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 in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overriding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`super` keyword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methods and polymorphism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Abstract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Special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`new()` constructor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`copy()` and `clone()`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`compare()` and `convert2string()`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`print()` and `sprint()`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Design Patterns for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pattern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Singleton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Builder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 `Transaction` class with static variables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(`id_counter`)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variables (`id`, `data`, `timestamp`)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Special methods: `new()`, `copy()`, `compare()`,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`convert2string()`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Inheritance: `ReadTransaction`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`WriteTransaction` inherit from `Transaction`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overriding: Child classes override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`convert2string()`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`super` to call parent class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Initialize object when created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Called: Automatically via `Transaction txn = new();`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Default Parameters: `name` parameter has default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Deep copy of transaction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Null Check: Always validates input before accessing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`txn_copy.copy(txn1);` copies all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Returns: `1` if equal, `0` if not equal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`if (txn1.compare(txn2)) $display("Match!");`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`$sformatf()` built-in function for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Specifiers: `%0d` (decimal), `%0h`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(hexadecimal)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`$display("%s", txn.convert2string());`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Encapsulated access to private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`int id_val = txn.get_id();`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Polymorphism: Derived class method called when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 class handle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 transaction creation and manipulation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Derived transaction examples showing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Copy and compare operations working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conversion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Static Variables: `id_counter` is shared across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Variables: Each transaction has its own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`id`, `data`, `timestamp`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Classes and Inheritance for Verification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Special Methods: Enable UVM-compatible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(copy, compare, string conversion)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Inheritance: `ReadTransaction`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`WriteTransaction` extend base functionality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Overriding: Child classes customize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representation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Syntax: `function &lt;return_type&gt;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&lt;name&gt;(&lt;args&gt;); ... endfunction`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Null Safety: Always check for null before accessing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object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Functions: `$sformatf()`, `$error()`,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`$display()` used throughout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Direction specification (input, output, inout)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 usage in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modports per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Clocking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Clocking block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Clocking block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Clocking block in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Verification-Specific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Definition: `apb_if` interface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 and clocking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Modports: `master_mp` and `slave_mp` modports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different signal directions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Clocking Block: `cb` clocking block for synchronous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Usage: Module using interface with modport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Integration: Testbench connecting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Usage: Clock generation task, APB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free-running clock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Features: `forever` loop, delay operator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`#`, bitwise NOT `~`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Result: Clock with 10 time unit period (50% duty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cycle)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Control: `@(posedge clk)` waits for clock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Non-blocking Assignment: `&lt;=` for sequential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Loop: `while (!condition) @(posedge clk)`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Assignment: `=` for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(combinational)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Non-blocking Assignment: `&lt;=` for sequential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(clocked)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Signal Access: `bus.signal_name` accesses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provide structured communication between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Modports control signal direction and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Clocking blocks enable synchronous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are essential for UVM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Control: `@(posedge clk)` synchronizes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 edges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Assignment Types: `=` (blocking) vs `&lt;=` (non-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Patterns: `while (!condition) @(posedge clk)`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handshaking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Interfaces and Modports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Operators: `~` (NOT), `&amp;&amp;` (AND), `!`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(logical NOT)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Packages and Namespaces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items (classes, functions, types)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compilation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Packages and Namespaces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namespaces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Resolving name conflicts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Wildcard imports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Explicit imports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verification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Packages and Namespaces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Definition: `verification_pkg` with common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types and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Import: Using `import verification_pkg::*`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 Resolution: Handling name 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Packages and Namespaces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Organization: Structuring verification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Definitions: `is_valid_address()`,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`calculate_checksum()`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Definitions: `wait_for_condition()` task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Validates address range (returns 1 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valid, 0 if invalid)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`if (is_valid_address(addr)) ...`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Feature: `automatic` keyword makes function re-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entrant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Packages and Namespaces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Calculates XOR checksum of 32-bit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Returns: 8-bit checksum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`logic [7:0] checksum =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calculate_checksum(data);`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Wait for condition with timeout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Features: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`ref` parameter passes by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Packages and Namespaces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Contains delays (`#1`)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 task with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Packages organize related code (types, functions,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tasks, constants)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statements control namespace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Functions in packages are reusable across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`automatic` keyword enables re-entrant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functions/tasks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Packages and Namespaces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can contain delays, functions cannot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Packages improve code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Essential for UVM library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Data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`bit` and `logic`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`int`, `longint`, `shortint`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`real` and `realtime`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`string`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`enum`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Fixed-size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Structures and Unions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`struct`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Packed and unpacked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`union`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Verification-Specific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Arrays: Transaction arrays that grow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dynamically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Queues: FIFO queues for transaction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Arrays: Indexed by transaction 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Structures: Complex data structures for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Methods: Using built-in array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Methods: Queue and scoreboard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(`push()`, `pop()`, `check()`)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`push()`: Wraps `push_back()` for FIFO enqueue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`pop()`: Wraps `pop_front()` for FIFO dequeue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`size()`: Returns queue element count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`queue.push(txn); txn = queue.pop();`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`add_expected()`: Stores expected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`check()`: Compares expected vs actual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`exists()`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`scoreboard.add_expected(1, data);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scoreboard.check(1);`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`sample_address()`: Records address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`get_coverage()`: Calculates coverage percentage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Features: `foreach` loop, `exists()`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method, type casting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arrays provide flexibility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 are ideal for FIFO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 enable key-value lookups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Structures organize related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Structures for Verification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methods (`push_back()`, `pop_front()`,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`size()`, `exists()`) are essential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Wrapper methods provide clean interfaces to built-in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array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`foreach` loops iterate over associative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efficiently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Error Handling and Logging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Concurrent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severity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Error Handling and Logging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messaging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Severity levels (FATAL, ERROR, WARNING, INFO, DEBUG)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Message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Try-catch blocks (SystemVerilog 2017+)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Error Handling and Logging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propagation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Graceful error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file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Error Handling and Logging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Production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Reporting: Using `uvm_report_info()`,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`uvm_report_error()`, etc.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Assertions: Immediate and concurrent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Handling: Try-catch blocks for exception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Patterns: Structured logging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Retry Logic: Task with retry mechanism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`retry_task()`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Error Handling and Logging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Objects: Custom exception class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`convert2string()`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Constructor: Initializes exception with message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`convert2string()`: Formats exception for display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`$display("%s", exc.convert2string());`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Retry operation with configurable attempts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Functions Used: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Error Handling and Logging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`$display()`: Print formatted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`$urandom_range()`: Generate random numbers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`comp.retry_task(3);` retries up to 3 times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 different message severity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Shows structured logging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reporting provides standardized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Error Handling and Logging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 catch design errors early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handling enables graceful failures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is essential for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can implement retry logic with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functions like `$urandom_range()`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useful for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exception classes provide structured error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SystemVerilog Functions and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docs/MODULE1.md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1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./scripts/module1.sh --check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./scripts/module1.sh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Structure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SystemVerilog classes with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design and use interfaces with modports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code using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appropriate data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error handling and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basic SystemVerilog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SystemVerilog for verification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fundamentals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module1/CHECKLIST.md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./scripts/module1.sh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