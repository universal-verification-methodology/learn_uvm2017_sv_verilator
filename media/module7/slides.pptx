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each path to files under module/examples/.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this order when tracing waveforms or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module7/examples/dma/README.md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module7/examples/dma/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module7/examples/protocols/README.md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module7/examples/protocols/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module7/examples/protocols/README.md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module7/examples/protocols/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module7/examples/protocols/README.md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module7/examples/protocols/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module7/examples/vip/README.md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module7/examples/vip/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module7/examples/best_practices/README.md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module7/examples/best_practices/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3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5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9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1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3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5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7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Real-World Applications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UVM to real-world verification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Apply UVM to real-world verification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applies UVM to real-world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scenarios including DMA verification, protocol v…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Real-world verification architecture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path: CPU/config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descriptor ring → bus master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memory/peripheral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path: serial frame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byte stream → transaction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encapsulates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knowledge for reuse across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projects and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`module7/dut/dma/simple_dma.v`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`dut/protocols/uart.v`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anchor the labs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Real-world verification architecture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agent: Programs descriptors; monitors transfer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agents (UART/SPI/I2C): Bus-specific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driver/monitor/sequencer sets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package: Reusable agent + sequences + config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/ predictor: End-to-end data integrity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across DMA + peripheral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Real-world verification architecture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Reference model: Software model of DMA or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VIP and reuse architecture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1: VIP interface — Standardized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 bundle + modport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2: VIP agent — Configurable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active/passive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3: VIP sequences — Library of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legal and stress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4: Integration env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Instantiates DUT + VIP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VIP and reuse architecture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5: Test suite — Directed + random tests using VIP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Module 7 application map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`examples/dma/` — descriptor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programming, transfer status,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interrupts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`examples/protocols/` — UART,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SPI, I2C patterns (timing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framing)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`examples/vip/` — packaging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reusable verification IP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`examples/best_practices/`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naming, config, debug,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regression discipline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Module 7 application map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`test_real_world_uvm.sv` — integrated scenario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combining subsystems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block diagram (reference)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7: DUT hierarchy and signal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/ testbench diagram (reference)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7: stimulus, observation, and checking.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Execution &amp; simulation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How the example runs (toolchain)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Makefile: Verilator + UVM_HOME compile RTL,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interface, and test_*.sv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phases: build → connect → run_test → report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(same pattern as Module 2)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→ driver → DUT → monitor → scoreboard (read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at end)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Typical command: make SIM=verilator TEST=test_* (see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module7 demo slide)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Loopback / hooks connect monitor observations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Artifact flow (spec → sim)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1: VIP interface — Standardized signal bundle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2: VIP agent — Configurable active/passive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3: VIP sequences — Library of legal and stress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4: Integration env — Instantiates DUT + VIP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Artifact flow (spec → sim)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5: Test suite — Directed + random tests using VIP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directory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agent: Programs descriptors; monitors transfer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agents (UART/SPI/I2C): Bus-specific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driver/monitor/sequencer sets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package: Reusable agent + sequences + config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/ predictor: End-to-end data integrity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across DMA + peripheral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Reference model: Software model of DMA or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Directed test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config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 build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library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+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Application-specific verification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DMA: descriptor alignment,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boundary lengths, error flags,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concurrent channels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Serial protocols: baud/bit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timing, framing, parity, back-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to-back packets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usage: configure via object;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 standard sequences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custom stress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tests prove basic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paths; random tests explore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corner combinations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Production best practices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Centralize plusargs via CLP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(Module 8) for seed, verbosity,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 name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Separate test intent (test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class) from reusable env (VIP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protocol transactions 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UVM_MEDIUM; errors at UVM_LOW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`./scripts/module7.sh --all-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examples --uvm-tests`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Production best practices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Closure: functional coverage bins hit + 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clean + VIP protocol clean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Protocol &amp; design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7.1: DMA Verification (`module7/examples/dma/dma.sv`)…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(`dma_if`): DMA interface with start,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done, addresses, length, and channel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(`DmaTxn`): DMA transaction with source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address, destination address, length, and chann…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(`DmaSeq`): DMA sequence generating random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DMA transfers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(`DmaDriver`): DMA driver implementing DMA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7.1: DMA Verification (`module7/examples/dma/dma.sv`)…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(`DmaEnv`): DMA verification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(`DmaTest`): DMA verification test with simple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DMA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bit randomize();`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DMA transfer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7.2: UART Verification (`module7/examples/protocols/u…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(`uart_if`): UART interface with TX/RX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 and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(`UartTxn`): UART transaction with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(`UartSeq`): UART sequence generating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 UART transfers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(`UartDriver`): UART driver implementing UART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7.2: UART Verification (`module7/examples/protocols/u…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(`UartEnv`): UART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(`UartTest`): UART verification test with UART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`task get_next_item(ref T item);` - Get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sequencer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7.3: SPI Verification (`module7/examples/protocols/sp…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(`SpiExampleTest`): SPI verification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scaffold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Pattern: Demonstrates UVM structure for SPI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SPI protocol verification patterns provide reusable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scaffold for protocol verification enables rapid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7.3: SPI Verification (`module7/examples/protocols/sp…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Protocol-specific testbench structure supports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future DUT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7.4: I2C Verification (`module7/examples/protocols/i2…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(`I2cExampleTest`): I2C verification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scaffold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Pattern: Demonstrates UVM structure for I2C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I2C protocol verification patterns provide reusable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scaffold for protocol verification enables rapid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7.4: I2C Verification (`module7/examples/protocols/i2…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Protocol-specific testbench structure supports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future DUT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7.5: VIP Development (`module7/examples/vip/vip.sv`)…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(`VipTxn`): VIP transaction with payload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(`VipSeq`): VIP sequence generating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(`VipDriver`): VIP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(`VipAgent`): VIP agent containing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driver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7.5: VIP Development (`module7/examples/vip/vip.sv`)…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(`VipTest`): VIP test demonstrating VIP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Package VIP components (sequencer + driver)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Agent encapsulates all VIP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Standard UVM agent structure for reusability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7.6: Best Practices (`module7/examples/best_practices…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(`BestPracticesTest`): Test demonstrating best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Organization: Proper phase usage and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Topology Printing: Component hierarchy visualization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Patterns: Structured logging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maintainability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7.6: Best Practices (`module7/examples/best_practices…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Log execution flow through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Log at start of each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Consistent logging improves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DMA Transaction Randomization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bit randomize();`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 Type: `bit` (1 = success, 0 = failure)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DMA transfer parameters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`void'(t.randomize() with { len inside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{[1:20]}; });`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DMA Transaction Randomization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 None (randomizes all `rand` fields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object)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Constraints: Use `with { constraint_expression; }`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 limit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 `len inside {[1:20]}` constrains transfer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length to 1-20 bytes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`void'()` suppresses Verilator warning about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ignored return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DMA Protocol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Start pulse → Wait for done →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`do-while` loop waits for `dma_done` 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UART Protocol Implementation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Data → Start → Wait for busy deassert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Wait for `tx_busy` to deassert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Control: `@(posedge clk)` - wait for positive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 edge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Non-blocking Assignment: `&lt;=` - schedule assignment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next time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UART Protocol Implementation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Do-While Loop: `do @(posedge clk); while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(condition);` - wait for condition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Enable loopback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Case: Minimal smoke testing without external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VIP Agent Packaging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Package VIP components for reusability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Agent encapsulates sequencer +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Standard UVM agent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VIP Logging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Macro: `uvm_info(id, message, verbosity)`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Function: `$sformatf(format, args)` →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Log transaction with formatted message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 Specifiers: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VIP Logging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`%02h` - 2-digit hexadecimal, zero-padded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`%08h` - 8-digit hexadecimal, zero-padded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`%0d` - Decimal, no padding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`%s` - String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Phase-Based Logging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Log execution flow through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Log at start of each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Consistent logging improves debugging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Topology Printing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`static function uvm_root get();` → returns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singleton root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print_topology();` → prints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Visualize component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Topology Printing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Call in `end_of_elaboration_phase()` (after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 connections)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Output: Prints complete component tree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hierarchical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end_of_elaboration_phase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Type: Build-time phase (function, executes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bottom-up)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Final elaboration tasks after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After `connect_phase()`,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`start_of_simulation_phase()`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Uses: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end_of_elaboration_phase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Print topology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Validate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Final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Setup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flow (reference)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Stimulus, DUT response, and check points for this module.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DMA Verification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Controller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transaction modeling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protocol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sequence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result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DMA Verification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transfer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Multi-channel DMA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completion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error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(`dma_if`): DMA interface with start,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done, addresses, length, and channel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(`DmaTxn`): DMA transaction with source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address, destination address, length, and chann…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DMA Verification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(`DmaSeq`): DMA sequence generating random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DMA transfers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(`DmaDriver`): DMA driver implementing DMA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(`DmaEnv`): DMA verification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(`DmaTest`): DMA verification test with simple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DMA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bit randomize();`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DMA transfer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DMA Verification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Constraints: Use `with { constraint; }` to limit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`len inside {[1:20]}` constrains transfer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length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`task get_next_item(ref T item);` - Get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`task item_done();` - Signal transaction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Implement DMA protocol with start/done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handshake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DMA Verification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Flow: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`do-while` loop waits for `dma_done` pulse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(blocking wait)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Start signal is one clock cycle pulse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Blocking Behavior: `get_next_item()` blocks until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 provides transaction, `item_done()` unb…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Completion Detection: Wait for `dma_done` signal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 (may take multiple clock cycles)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`task body();` (no parameters, 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return)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DMA Verification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and send multiple DMA transfers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Execution Flow: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`repeat` loop creates multiple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sequentially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Blocking Behavior: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`start_item()` blocks until sequencer grants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`finish_item()` blocks until driver completes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 (may take many cycles)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DMA Verification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Lifetime: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Created in loop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Sent to sequencer via `start_item()`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processes it (drives signals, waits for DMA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done)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signals completion via `item_done()`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`finish_item()` returns, loop continues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DMA Verification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Constraint: `len inside {[1:20]}` ensures reasonable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transfer lengths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transaction modeling captures transfer semantics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protocol implementation handles start/done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handshake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sequence generation creates realistic transfer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result checking verifies transfer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Protocol: Start pulse → Wait for done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DMA Verification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Flow: Sequence → Sequencer → Driver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Completion Detection: Wait for `dma_done` signal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transaction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protocol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transfer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report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protocol modeling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Serial communication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Loopback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UART-specific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SPI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SPI protocol verification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scaffold for SPI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Protocol-specific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I2C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I2C protocol verification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scaffold for I2C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Protocol-specific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(`uart_if`): UART interface with TX/RX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 and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(`UartTxn`): UART transaction with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(`UartSeq`): UART sequence generating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 UART transfers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(`UartDriver`): UART driver implementing UART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(`UartEnv`): UART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(`UartTest`): UART verification test with UART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`task get_next_item(ref T item);` - Get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`task item_done();` - Signal transaction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Implement UART TX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Flow: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Wait for `tx_busy` to deassert (transmission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Start signal is one clock cycle pulse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Blocking Behavior: `get_next_item()` blocks until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 provides transaction, `item_done()` unb…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Completion Detection: Wait for `tx_busy` signal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deassertion (may take many clock cycles for serial…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Characteristics: Serial transmission takes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(one bit per baud period)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Enable loopback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`assign rx = tx` creates loopback path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Case: Minimal smoke testing without external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device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protocol modeling captures serial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Serial communication verification tests TX/RX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Loopback testing enables minimal smoke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Protocol-specific patterns provide reusable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Protocol: Data → Start → Wait for busy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Loopback Pattern: TX output connected to RX input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Busy Signal: Wait for `tx_busy` deassertion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transaction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protocol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UART TX/RX operation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Loopback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(`SpiExampleTest`): SPI verification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scaffold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Pattern: Demonstrates UVM structure for SPI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SPI protocol verification patterns provide reusable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scaffold for protocol verification enables rapid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development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Protocol-specific testbench structure supports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future DUT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Protocol Verification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(`I2cExampleTest`): I2C verification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scaffold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Pattern: Demonstrates UVM structure for I2C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I2C protocol verification patterns provide reusable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scaffold for protocol verification enables rapid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development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Protocol-specific testbench structure supports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future DUT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VIP Development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component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packaging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reuse strategies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VIP Development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and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packaging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(`VipTxn`): VIP transaction with payload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(`VipSeq`): VIP sequence generating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VIP Development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(`VipDriver`): VIP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(`VipAgent`): VIP agent containing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(`VipTest`): VIP test demonstrating VIP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Package VIP components (sequencer + driver)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Agent encapsulates all VIP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Standard UVM agent structure for reusability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VIP Development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VIP driver with structured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Logging: Use `uvm_info` with formatted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`$sformatf()` for formatted string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 VIP usage in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Create VIP agent, use its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VIP agent is reusable component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VIP Development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architecture enables reusable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component organization provides clear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packaging patterns support easy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reuse strategies improve productivity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Packaging: Transaction + Sequence + Driver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Reusability: VIP agent can be instantiated in any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VIP Development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Structured Logging: Use `uvm_info` with formatted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transaction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agent operation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packaging demonstration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reuse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Best Practices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Naming Conventions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Best Practices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naming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Variable naming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naming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naming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and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Structured logging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Best Practices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Phase-based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Topology visualization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 techniques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(`BestPracticesTest`): Test demonstrating best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Organization: Proper phase usage and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Topology Printing: Component hierarchy 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Best Practices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Patterns: Structured logging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maintainability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Log execution flow through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Log at start of each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Consistent logging improves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`static function uvm_root get();` → returns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singleton root instance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Best Practices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print_topology();` → prints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Visualize component hierarchy for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Call in `end_of_elaboration_phase()` (after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 connections)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Output: Prints complete component tree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hierarchical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 Format: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Helps debug component structure and connections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Best Practices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After all components created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After all connections made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debugging component hierarchy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 verify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Benefits: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Best Practices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Visual representation of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Helps identify missing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Verifies hierarchical naming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Aids in debugging connection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void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end_of_elaboration_phase(uvm_phase phase);`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Type: Build-time phase (function, executes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bottom-up)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Best Practices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Final elaboration tasks after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Uses: Print topology, validate configuration,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final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After `connect_phase()`,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`start_of_simulation_phase()`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organization improves maintainability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Naming conventions enhance readability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Phase-based logging provides clear execution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Best Practices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Topology visualization aids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Logging: Log at start of each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Topology Printing: Use `print_topology()`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`end_of_elaboration_phase()`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Structured Logging: Use consistent message IDs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formats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end_of_elaboration_phase: Use for final checks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topology printing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Phase-based logging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Best Practices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topology printing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practices demonstration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Structured logging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Multi-DUT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DUT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Multi-DUT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System-level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Real-World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Practical verification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Production-quality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Maintainable verification environments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Scalable verification solutions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bit randomize();`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 Type: `bit` (1 = success, 0 = failure)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DMA transfer parameters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`void'(t.randomize() with { len inside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{[1:20]}; });`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 None (randomizes all `rand` fields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object)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Constraints: Use `with { constraint_expression; }`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 limit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 `len inside {[1:20]}` constrains transfer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length to 1-20 bytes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`void'()` suppresses Verilator warning about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ignored return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 Syntax: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`len inside {[1:20]}` - Range constraint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`len inside {1, 2, 4, 8, 16}` - Set constraint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`len &gt; 0 &amp;&amp; len &lt; 100` - Boolean constraint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Randomization Order: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Start pulse → Wait for done →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`do-while` loop waits for `dma_done` pulse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Data → Start → Wait for busy deassert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Wait for `tx_busy` to deassert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Control: `@(posedge clk)` - wait for positive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 edge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Non-blocking Assignment: `&lt;=` - schedule assignment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next time step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Do-While Loop: `do @(posedge clk); while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(condition);` - wait for condition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Enable loopback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Case: Minimal smoke testing without external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device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Package VIP components for reusability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Agent encapsulates sequencer +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Standard UVM agent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Macro: `uvm_info(id, message, verbosity)`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Function: `$sformatf(format, args)` →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Log transaction with formatted message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 Specifiers: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`%02h` - 2-digit hexadecimal, zero-padded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`%08h` - 8-digit hexadecimal, zero-padded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`%0d` - Decimal, no padding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`%s` -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Verbosity Levels: UVM_NONE, UVM_LOW, UVM_MEDIUM,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UVM_HIGH, UVM_FULL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Message IDs: Use consistent IDs for filtering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Log execution flow through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Log at start of each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Consistent logging improves debugging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`static function uvm_root get();` → returns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singleton root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 void print_topology();` → prints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Visualize component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Call in `end_of_elaboration_phase()` (after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 connections)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Output: Prints complete component tree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hierarchical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Type: Build-time phase (function, executes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bottom-up)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Final elaboration tasks after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After `connect_phase()`,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`start_of_simulation_phase()`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Uses: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Print topology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Validate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Final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Setup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`forever #period clk = ~clk;`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continuous clock signal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Period: `#period` determines clock period (half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period per edge)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`forever` loop runs indefinitely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`repeat(n) @(posedge clk);`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Wait for n clock cycles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Reset sequences, initialization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`repeat` loop with event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Set ConfigDB before `run_test()`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Configure components before test starts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`null` context and `"*"` wildcard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global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Operator: `@(event)` - event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Wait for event to occur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Blocks until event occurs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Clock synchronization, signal change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Operator: `#time` - delay operator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Wait for specified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Blocks for specified time units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Clock generation, timing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Operator: `&lt;=` - non-blocking assignment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Schedule assignment for next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time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All non-blocking assignments in current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time step execute together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Clock-synchronized signal assignments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Statement: `repeat(n) statement;`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Execute statement n times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Loops n times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Reset sequences, initialization delays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Statement: `forever statement;`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Execute statement indefinitely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 Infinite loop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Clock generation, continuous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Function: `$sformatf(format, args...)` →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Format string with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Return: Formatted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Logging, debugging,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Simulation hangs waiting for `dma_done`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Check DUT implementation, add timeout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Prevention: Add bounded wait with timeout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Simulation hangs waiting for `tx_busy`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deassert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Check DUT implementation, verify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Prevention: Add bounded wait with timeout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`print_topology()` shows nothing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Call in `end_of_elaboration_phase()`, not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earlier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 Must be after `connect_phase()` completes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Verify all components created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`build_phase()`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VIP agent hardcoded for specific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ConfigDB for configuration, avoid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hardcoded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Too many log messages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appropriate verbosity levels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 `UVM_MEDIUM` for normal, `UVM_HIGH`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detailed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Control: Set verbosity via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`+UVM_VERBOSITY=UVM_MEDIUM`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Simulation hangs, no progress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Verify clock generation in module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Clock must be in `initial` block, not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`always`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`uvm_fatal("NO_VIF", ...)` error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Set interface before `run_test()`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ConfigDB set → run_test() →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build_phase() retrieves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DUT stuck in reset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Verify reset sequence completes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DUT `dma_done` signal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Clock running correctly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Reset sequence completed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Address/length values valid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DUT `tx_busy` signal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Clock running correctly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Loopback connection (if used)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Data values valid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Called in `end_of_elaboration_phase()`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All components created in `build_phase()`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System-Level Verification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All connections made in `connect_phase()`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Virtual interface set via ConfigDB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Agent configuration retrieved correctly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Sequencer/driver connections made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7.1: DMA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./scripts/module7.sh --dma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cd module7/examples/dma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verilator -sv --cc --exe --timing --trace dma.sv dma.cpp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-I"$UVM_HOME" +incdir+"$UVM_HOME" +define+UVM_NO_DPI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"$UVM_HOME/uvm_pkg.sv" ../dut/dma/simple_dma.v --top-module dma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make -C obj_dir -f Vdma.mk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./obj_dir/Vdma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7.2: UART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./scripts/module7.sh --protocols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cd module7/examples/protocols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verilator -sv --cc --exe --timing --trace uart_example.sv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uart_example.cpp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-I"$UVM_HOME" +incdir+"$UVM_HOME" +define+UVM_NO_DPI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"$UVM_HOME/uvm_pkg.sv" ../dut/protocols/uart.v --top-module uart_example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make -C obj_dir -f Vuart_example.mk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./obj_dir/Vuart_example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7.5: VIP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./scripts/module7.sh --vip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cd module7/examples/vip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verilator -sv --cc --exe --timing --trace vip.sv vip.cpp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-I"$UVM_HOME" +incdir+"$UVM_HOME" +define+UVM_NO_DPI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"$UVM_HOME/uvm_pkg.sv" --top-module vip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make -C obj_dir -f Vvip.mk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./obj_dir/Vvip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7.6: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./scripts/module7.sh --best-practices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cd module7/examples/best_practices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verilator -sv --cc --exe --timing --trace best_practices.sv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best_practices.cpp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-I"$UVM_HOME" +incdir+"$UVM_HOME" +define+UVM_NO_DPI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"$UVM_HOME/uvm_pkg.sv" --top-module best_practices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make -C obj_dir -f Vbest_practices.mk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./obj_dir/Vbest_practices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7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./scripts/module7.sh --help</a:t>
            </a:r>
          </a:p>
        </p:txBody>
      </p:sp>
      <p:pic>
        <p:nvPicPr>
          <p:cNvPr id="4" name="Picture 3" descr="module7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DMA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(`dma_if`): DMA interface with start,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done, addresses, length, and channel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(`DmaTxn`): DMA transaction with source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address, destination address, length, and chann…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(`DmaSeq`): DMA sequence generating random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DMA transfers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(`DmaDriver`): DMA driver implementing DMA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(`DmaEnv`): DMA verification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DMA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./scripts/module7.sh --dma</a:t>
            </a:r>
          </a:p>
        </p:txBody>
      </p:sp>
      <p:pic>
        <p:nvPicPr>
          <p:cNvPr id="4" name="Picture 3" descr="ex01_d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UART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(`uart_if`): UART interface with TX/RX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 and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(`UartTxn`): UART transaction with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(`UartSeq`): UART sequence generating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 UART transfers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(`UartDriver`): UART driver implementing UART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(`UartEnv`): UART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UART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./scripts/module7.sh --protocols</a:t>
            </a:r>
          </a:p>
        </p:txBody>
      </p:sp>
      <p:pic>
        <p:nvPicPr>
          <p:cNvPr id="4" name="Picture 3" descr="ex02_protoc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SPI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(`SpiExampleTest`): SPI verification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scaffold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Pattern: Demonstrates UVM structure for SPI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SPI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./scripts/module7.sh --protocols</a:t>
            </a:r>
          </a:p>
        </p:txBody>
      </p:sp>
      <p:pic>
        <p:nvPicPr>
          <p:cNvPr id="4" name="Picture 3" descr="ex03_protoc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I2C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(`I2cExampleTest`): I2C verification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scaffold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Pattern: Demonstrates UVM structure for I2C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I2C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./scripts/module7.sh --protocols</a:t>
            </a:r>
          </a:p>
        </p:txBody>
      </p:sp>
      <p:pic>
        <p:nvPicPr>
          <p:cNvPr id="4" name="Picture 3" descr="ex04_protoc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VIP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(`VipTxn`): VIP transaction with payload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(`VipSeq`): VIP sequence generating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(`VipDriver`): VIP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(`VipAgent`): VIP agent containing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(`VipTest`): VIP test demonstrating VIP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VIP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./scripts/module7.sh --vip &amp;&amp; cd module7/examples/vip &amp;&amp; verilator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-sv --cc --exe --timing --trace vip.sv vip.cpp \ &amp;&amp; -I"$UVM_HOME"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+incdir+"$UVM_HOME" +define+UVM_NO_DPI \</a:t>
            </a:r>
          </a:p>
        </p:txBody>
      </p:sp>
      <p:pic>
        <p:nvPicPr>
          <p:cNvPr id="4" name="Picture 3" descr="ex05_v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6: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(`BestPracticesTest`): Test demonstrating best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Organization: Proper phase usage and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Topology Printing: Component hierarchy visualization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Patterns: Structured logging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maintainability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./scripts/module7.sh --best-practices</a:t>
            </a:r>
          </a:p>
        </p:txBody>
      </p:sp>
      <p:pic>
        <p:nvPicPr>
          <p:cNvPr id="4" name="Picture 3" descr="ex06_best_pract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Common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DMA Done Not Detected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Simulation hangs waiting for `dma_done`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Check DUT implementation, add timeout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Prevention: Add bounded wait with timeout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UART Busy Never Deasserts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Simulation hangs waiting for `tx_busy`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deassert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Check DUT implementation, verify clock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Prevention: Add bounded wait with timeout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Topology Not Printed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`print_topology()` shows nothing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Call in `end_of_elaboration_phase()`, not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earlier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 Must be after `connect_phase()` completes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Verify all components created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`build_phase()`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VIP Agent Not Reusable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VIP agent hardcoded for specific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ConfigDB for configuration, avoid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hardcoded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Phase Logging Too Verbose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Too many log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appropriate verbosity levels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 `UVM_MEDIUM` for normal, `UVM_HIGH`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detailed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Control: Set verbosity via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`+UVM_VERBOSITY=UVM_MEDIUM`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Clock Not Running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Simulation hangs, no progress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Verify clock generation in module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Check: Clock must be in `initial` block, not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`always`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complex designs (DMA, protocols) using 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Develop reusable VIP with proper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best practices for code organization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maintainability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 system-level verification with multiple DUTs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production-quality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protocol verification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verification components for reuse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topology printing for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phase-based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real-world verification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DMA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Development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System-Level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verify complex designs (DMA, protocols)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develop reusable VIP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apply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perform system-level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production-quality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Understands protocol verification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UVM to real-world verification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module7/CHECKLIST.md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module7/EXAMPLES.md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