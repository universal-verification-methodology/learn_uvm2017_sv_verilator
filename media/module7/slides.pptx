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7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UVM to real-world verification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Apply UVM to real-world verification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applies UVM to real-world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scenarios including DMA verification, protocol v…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DMA Verification (1/9)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Controller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transaction modeling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protocol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sequence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result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DMA Verification (2/9)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transfer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Multi-channel DMA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completion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error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(`dma_if`): DMA interface with start,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done, addresses, length, and channel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(`DmaTxn`): DMA transaction with source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address, destination address, length, and chann…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DMA Verification (3/9)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(`DmaSeq`): DMA sequence generating random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DMA transfers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(`DmaDriver`): DMA driver implementing DMA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(`DmaEnv`): DMA verification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(`DmaTest`): DMA verification test with simple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DMA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bit randomize();`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DMA transfer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DMA Verification (4/9)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Constraints: Use `with { constraint; }` to limit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`len inside {[1:20]}` constrains transfer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length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`task get_next_item(ref T item);` - Get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`task item_done();` - Signal transaction completion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Implement DMA protocol with start/done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handshake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DMA Verification (5/9)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Flow: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`do-while` loop waits for `dma_done` pulse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(blocking wait)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Start signal is one clock cycle pulse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Blocking Behavior: `get_next_item()` blocks until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 provides transaction, `item_done()` unb…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Completion Detection: Wait for `dma_done` signal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assertion (may take multiple clock cycles)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`task body();` (no parameters, no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return)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DMA Verification (6/9)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and send multiple DMA transfers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Execution Flow: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`repeat` loop creates multiple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sequentially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Blocking Behavior: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`start_item()` blocks until sequencer grants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`finish_item()` blocks until driver completes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 (may take many cycles)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DMA Verification (7/9)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Lifetime: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Created in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Sent to sequencer via `start_item()`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processes it (drives signals, waits for DMA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done)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signals completion via `item_done()`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`finish_item()` returns, loop continues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DMA Verification (8/9)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Constraint: `len inside {[1:20]}` ensures reasonable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transfer lengths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transaction modeling captures transfer semantics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protocol implementation handles start/done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handshake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sequence generation creates realistic transfer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result checking verifies transfer completion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Protocol: Start pulse → Wait for done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DMA Verification (9/9)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Flow: Sequence → Sequencer → Driver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Completion Detection: Wait for `dma_done` signal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assertion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transaction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protocol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transfer completion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report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(1/9)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protocol modeling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Serial communication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UART-specific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(2/9)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 protocol verification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scaffold for SPI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Protocol-specific testbench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I2C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I2C protocol verification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scaffold for I2C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(3/9)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Protocol-specific testbench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(`uart_if`): UART interface with TX/RX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signals and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(`UartTxn`): UART transaction with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(`UartSeq`): UART sequence generating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 UART transfers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(`UartDriver`): UART driver implementing UART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(`UartEnv`): UART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(4/9)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(`UartTest`): UART verification test with UART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`task get_next_item(ref T item);` - Get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`task item_done();` - Signal transaction completion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Implement UART TX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Flow: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(5/9)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Wait for `tx_busy` to deassert (transmission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complete)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Start signal is one clock cycle pulse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Blocking Behavior: `get_next_item()` blocks until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 provides transaction, `item_done()` unb…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Completion Detection: Wait for `tx_busy` signal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deassertion (may take many clock cycles for serial…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Characteristics: Serial transmission takes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(one bit per baud period)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Enable loopback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(6/9)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`assign rx = tx` creates loopback path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Case: Minimal smoke testing without external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device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protocol modeling captures serial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Serial communication verification tests TX/RX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testing enables minimal smoke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Protocol-specific patterns provide reusable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(7/9)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Protocol: Data → Start → Wait for busy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Completion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Pattern: TX output connected to RX input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Busy Signal: Wait for `tx_busy` deassertion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transaction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protocol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TX/RX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(8/9)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(`SpiExampleTest`): SPI verification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scaffold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Pattern: Demonstrates UVM structure for SPI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 protocol verification patterns provide reusable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scaffold for protocol verification enables rapid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development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Protocol-specific testbench structure supports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future DUT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(9/9)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(`I2cExampleTest`): I2C verification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scaffold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Pattern: Demonstrates UVM structure for I2C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I2C protocol verification patterns provide reusable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scaffold for protocol verification enables rapid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development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Protocol-specific testbench structure supports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future DUT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VIP Development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component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packaging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reuse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VIP Development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and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packaging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(`VipTxn`): VIP transaction with payload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(`VipSeq`): VIP sequence generating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VIP Development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(`VipDriver`): VIP driver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(`VipAgent`): VIP agent containing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driver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(`VipTest`): VIP test demonstrating VIP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Package VIP components (sequencer + driver)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Agent encapsulates all VIP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Standard UVM agent structure for reusability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VIP Development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VIP driver with structured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Logging: Use `uvm_info` with formatted messages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`$sformatf()` for formatted string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Demonstrate VIP usage in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Create VIP agent, use its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VIP agent is reusable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VIP Development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architecture enables reusable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component organization provides clear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packaging patterns support easy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reuse strategies improve productivity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Packaging: Transaction + Sequence + Driver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Reusability: VIP agent can be instantiated in any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VIP Development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Structured Logging: Use `uvm_info` with formatted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messages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transaction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agent operation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packaging demonstration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reuse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Best Practices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Naming 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Best Practices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naming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Variable naming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naming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naming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and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Structured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Best Practices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Phase-based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Topology visualization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techniques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(`BestPracticesTest`): Test demonstrating best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Organization: Proper phase usage and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Topology Printing: Component hierarchy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Best Practices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Patterns: Structured logging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maintainability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Log execution flow through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Log at start of each 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Consistent logging improves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`static function uvm_root get();` → returns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singleton root instance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Best Practices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print_topology();` → prints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Visualize component hierarchy for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Call in `end_of_elaboration_phase()` (after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all connections)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Output: Prints complete component tree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hierarchical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Format: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Helps debug component structure and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Best Practices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After all components created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After all connections made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debugging component hierarchy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 verify testbench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Benefits: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Best Practices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Visual representation of testbench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Helps identify missing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Verifies hierarchical naming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Aids in debugging connection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void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end_of_elaboration_phase(uvm_phase phase);`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Type: Build-time phase (function, executes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bottom-up)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Best Practices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Final elaboration tasks after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Uses: Print topology, validate configuration,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final checks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After `connect_phase()`,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`start_of_simulation_phase()`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organization improves maintainability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Naming conventions enhance readability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Phase-based logging provides clear execution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Best Practices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Topology visualization aids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Logging: Log at start of each 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Topology Printing: Use `print_topology()`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`end_of_elaboration_phase()`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Structured Logging: Use consistent message IDs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formats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end_of_elaboration_phase: Use for final checks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topology printing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Phase-based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Best Practices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topology printing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 demonstration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Structured logging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System-Level Verification (1/11)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Multi-DUT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DUT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Multi-DUT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System-level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Real-World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System-Level Verification (2/11)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Practical verification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Production-quality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Maintainable verification environments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Scalable verification solutions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bit randomize();`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 Type: `bit` (1 = success, 0 = failure)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System-Level Verification (3/11)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DMA transfer parameters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`void'(t.randomize() with { len inside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{[1:20]}; });`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Parameters: None (randomizes all `rand` fields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object)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Constraints: Use `with { constraint_expression; }`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limit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Example: `len inside {[1:20]}` constrains transfer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length to 1-20 bytes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`void'()` suppresses Verilator warning about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ignored return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System-Level Verification (4/11)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 Syntax: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`len inside {[1:20]}` - Range constraint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`len inside {1, 2, 4, 8, 16}` - Set constraint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`len &gt; 0 &amp;&amp; len &lt; 100` - Boolean constraint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Randomization Order: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Start pulse → Wait for done →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System-Level Verification (5/11)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`do-while` loop waits for `dma_done` pulse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Data → Start → Wait for busy deassert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Completion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Wait for `tx_busy` to deassert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Control: `@(posedge clk)` - wait for positive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clock edge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Non-blocking Assignment: `&lt;=` - schedule assignment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next time step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Do-While Loop: `do @(posedge clk); while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(condition);` - wait for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System-Level Verification (6/11)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Enable loopback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Case: Minimal smoke testing without external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device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Package VIP components for reusability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Agent encapsulates sequencer + driver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Standard UVM agent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Macro: `uvm_info(id, message, verbosity)`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System-Level Verification (7/11)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Function: `$sformatf(format, args)` →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Log transaction with formatted message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 Specifiers: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`%02h` - 2-digit hexadecimal, zero-padded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`%08h` - 8-digit hexadecimal, zero-padded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`%0d` - Decimal, no padding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System-Level Verification (8/11)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`%s` -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Verbosity Levels: UVM_NONE, UVM_LOW, UVM_MEDIUM,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UVM_HIGH, UVM_FULL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Message IDs: Use consistent IDs for filtering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Log execution flow through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Log at start of each 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Consistent logging improves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System-Level Verification (9/11)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`static function uvm_root get();` → returns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singleton root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print_topology();` → prints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Visualize component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Call in `end_of_elaboration_phase()` (after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all connections)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Output: Prints complete component tree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hierarchical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System-Level Verification (10/11)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Type: Build-time phase (function, executes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bottom-up)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Final elaboration tasks after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After `connect_phase()`,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`start_of_simulation_phase()`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Uses: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Print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System-Level Verification (11/11)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Validate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Final checks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Setup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7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./scripts/module7.sh --check</a:t>
            </a:r>
          </a:p>
        </p:txBody>
      </p:sp>
      <p:pic>
        <p:nvPicPr>
          <p:cNvPr id="4" name="Picture 3" descr="module7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Development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System-Level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verify complex designs (DMA, protocols)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develop reusable VIP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apply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perform system-level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production-quality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Understands protocol verification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UVM to real-world verification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module7/CHECKLIST.md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./scripts/module7.sh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