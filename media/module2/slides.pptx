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module2/examples/clock_generation/README.md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module2/examples/clock_generation/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module2/examples/reset_patterns/README.md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module2/examples/reset_patterns/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module2/examples/signal_access/README.md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module2/examples/signal_access/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module2/examples/triggers/README.md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module2/examples/triggers/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module2/examples/common_patterns/README.md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module2/examples/common_patterns/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SystemVerilog Testbench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SystemVerilog testbench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SystemVerilog testbench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provides comprehensive coverage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testbench construction. You'll learn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a Testbench?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purpose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(Design Under Test)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and reset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and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with parameters (period, duty cycle)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Regular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Gated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division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crossing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crossing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 between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Metastability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Clock: Basic clock generation with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Clock: Clock with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duty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Generating multiple independent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Gating: Conditional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Stopping: Controlled clock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`always` block for continuous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operator `#` controls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Creates 50% duty cycle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parameters for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pattern, different frequency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`if-else` for gating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`wait` statement for condition-based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 controlled clock stopping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`$display()` - Print clock information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 -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`$finish` - Terminate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Clocks are fundamental to synchronous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clocks enable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 require careful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 is common in low-power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`always` blocks create continuous processes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operator `#` controls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`wait` statements enable condition-based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 generation with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independent clocks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 and stopping patterns working correctly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 and de-assertion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Power-on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Software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Hardware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Partial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de-assertion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Reset: Reset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Reset: Reset independent of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Sequence: Controlled reset assertion and de-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Verification: Checking reset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Encapsulates async reset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Configurable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`async_reset_sequence(100);`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 Uses delays, displays timing info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Encapsulates sync reset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Number of reset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`sync_reset_sequence(5);`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 Uses `repeat` and `@(posedge clk)`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Verifies reset properly initializes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`assert` statements with `$error()`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`verify_reset();`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is critical for proper design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vs asynchronous reset have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 must follow design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 ensures proper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encapsulate reset sequences for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`repeat` statement repeats clock cycles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`@(posedge clk)` synchronizes to clock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`assert` statements verify reset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and asynchronous reset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 executed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 checks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 and widths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state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Driving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Assigning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Single-bit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Multi-bit signals (vectors)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Buses and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Bidirectional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Reading: Reading DUT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Driving signals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Monitoring: Monitoring signal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Types: Handling different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reading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`$display()` with format specifiers (`%02h`,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`%0d`, `%b`)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Reads signals after delays for proper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driving signals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Blocking assignment (`=`) for signal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Uses `assert` to verify driven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monitors signal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`always @(signal)` for event-driven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Runs in parallel with test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different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`$bits()` built-in function for signal width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Handles single-bit, multi-bit, and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`$display()` - Print signal values with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 -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`$bits()` - Get signal bit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`$error()` - Report errors in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is fundamental to testbench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Proper timing is essential for signal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 enables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Different signal types require different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organize signal access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`always @(signal)` creates event-driven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assignment (`=`) for signal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 (`%b`, `%h`, `%d`) for display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 operations working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verified with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 capturing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Different signal types handled properly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declaration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triggering (`-&gt;`)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waiting (`@`)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`#` delay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`@`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`wait` statement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`fork-join`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Barrier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Race condition avoidance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Using `@` for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Control: Using `#` for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Statements: Using `wait` for condition-based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Fork-Join: Parallel execution with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Events: Event-based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Handling: Timeout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`@(posedge)`, `@(negedge)`, `@(signal)`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for specific events before continuing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`#` delay operator with fixed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parameterized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Tracks time using `$time` built-in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condition-based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`wait(condition)` statement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until condition becomes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`fork-join` for parallel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for all tasks to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Continues after first task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`fork-join_any` construct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Doesn't wait for all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Starts tasks without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`fork-join_none` construct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Continues immediately, tasks run in background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named event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`event` declaration, `@(event)` wait, `-&gt;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event` trigger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Flexible synchronization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Events enable synchronization between processes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 is essential for proper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 enable condition-based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 enables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`@(posedge/negedge)` waits for signal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`#` delay operator creates time-based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`wait(condition)` waits for condition to become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`fork-join` creates parallel execution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 provide flexible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Initialization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Coverage-driven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Assertion-based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Structure: Organized testbench with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Pattern: Stimulus generation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Pattern: Response monitoring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Pattern: Response checking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Components: Component reuse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organized testbench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Initialization → Reset → Stimulus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 →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Clear separation of test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Stimulus generation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Virtual task for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Can be extended in derived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Response monitoring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Constructor function, virtual task, accessor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Captures and provides access to monitored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Response checking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Queue methods (`push_back()`, `size()`),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Compares expected vs actual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testbenches are easier to maintain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 improve productivity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patterns enable code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Patterns prepare for UVM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organize test phases (init, reset, stimulus,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tasks enable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 encapsulate component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 manage transaction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Test Structure and Organization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Function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module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Test Structure and Organization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discovery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fixtures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file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Test Structure and Organization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Reusability: Can be called from multiple test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Configurable duration/cycles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clock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Use `always` blocks for continuous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Delay operator `#` controls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Organize test into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Clear separation of concerns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Maintainability: Easy to modify individual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 signal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Parameters: Use `output` for return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Synchronize with clock edges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(3/23)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 and initial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Cannot be used in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Synchronize to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 and always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Event-driven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(4/23)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Condition-based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until condition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Different join types for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(5/23)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Timing verification,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signal dimensions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Dynamic signal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`%0d` (decimal), `%0h` (hex),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`%0b` (binary), `%0t` (time)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(6/23)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Verify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Test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Severity: ERROR, FATAL, WARNING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Free-running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`forever`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Reusable reset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(7/23)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Encapsulated in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Loop-based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Assertion-based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`assert` with `$error()`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Event-driven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(8/23)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`always @(posedge clk)`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test phase as separate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Helper tasks for common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Clear task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parameters for configurability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parameter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(9/23)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Type-safe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synchronize to clock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appropriate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race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assertions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informative error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(10/23)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 edge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Encapsulate common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virtual tasks for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`forever` with `~` operator can cause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explicit assignment with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(11/23)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Fixed delays don't guarantee clock alignment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Always use `@(posedge clk)`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Insufficient reset duration or propagation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configurable duration and add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propagation delay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Non-blocking assignments in tasks can cause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blocking assignments (`=`) in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(12/23)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No way to verify tasks completed successfully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Add completion messages or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Wait statement can hang if condition never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fork-join with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clocks: Use `always` blocks (efficient)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Each clock needs separate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(13/23)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Gated clocks: Conditional logic adds minimal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Tasks: Slower due to timing simulation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Functions: Faster (zero-time), but can't use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Use functions for calculations,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 for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`@(posedge clk)`: Efficient, event-driven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`#delay`: Time-based, requires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(14/23)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`wait(condition)`: Polls condition, can be slower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`fork-join`: Creates parallel processes (overhead)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sparingly: Only when parallel execution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needed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Alternative: Sequential execution is faster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Clock signal stuck at 0 or 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(15/23)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`always` block not executing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value too large or zero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on condition that never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`always` block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delay values are positive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(16/23)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`$display` to debug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Registers not resetting to expected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Insufficient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de-asserted too early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propagation delay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(17/23)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Increase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delay after reset de-assert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reset polarity (active-high vs active-low)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Signal value doesn't change as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(18/23)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wrong assignment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not being 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`@(posedge clk)` before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blocking assignment (`=`) in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(19/23)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signal is being 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Inconsistent behavior, timing-dependent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processes accessing same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and data changing simultaneously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(20/23)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proper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shared variable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non-blocking assignment in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Code continues before tasks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(21/23)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`join_none` instead of `join`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completing before join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`join` to wait for all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`join_any` to wait for first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completion flags if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(22/23)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Simulation hangs, never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 never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never assigned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error in condition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(23/23)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timeout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condition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signal assignments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`$display` to 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--clock-generation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./scripts/module2.sh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Clock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Clock: Basic clock generation with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Clock: Clock with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duty 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Generating multiple independent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Clock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--clock-generation</a:t>
            </a:r>
          </a:p>
        </p:txBody>
      </p:sp>
      <p:pic>
        <p:nvPicPr>
          <p:cNvPr id="4" name="Picture 3" descr="ex01_clock_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Reset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Reset: Reset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Reset: Reset independent of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Sequence: Controlled reset assertion and de-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Reset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--reset-patterns</a:t>
            </a:r>
          </a:p>
        </p:txBody>
      </p:sp>
      <p:pic>
        <p:nvPicPr>
          <p:cNvPr id="4" name="Picture 3" descr="ex02_reset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Signal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Reading: Reading DUT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Driving signals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Monitoring: Monitoring signal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Signal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--signal-access</a:t>
            </a:r>
          </a:p>
        </p:txBody>
      </p:sp>
      <p:pic>
        <p:nvPicPr>
          <p:cNvPr id="4" name="Picture 3" descr="ex03_signal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Triggers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Using `@` for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Control: Using `#` for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Statements: Using `wait` for condition-based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Triggers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--triggers</a:t>
            </a:r>
          </a:p>
        </p:txBody>
      </p:sp>
      <p:pic>
        <p:nvPicPr>
          <p:cNvPr id="4" name="Picture 3" descr="ex04_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Common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Structure: Organized testbench with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Pattern: Stimulus generation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Pattern: Response monitoring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Common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--common-patterns</a:t>
            </a:r>
          </a:p>
        </p:txBody>
      </p:sp>
      <p:pic>
        <p:nvPicPr>
          <p:cNvPr id="4" name="Picture 3" descr="ex05_common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clocks and manage clock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reset patterns and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 and drive signals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events and timing control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common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testbenches for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Prepare for UVM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effective testbench tasks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timing control constructs properly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clocks and manage clock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reset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access and drive signals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events and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common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structure testbenches effectively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SystemVerilog testbench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module2/EXAMPLES.md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