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class hierarchy and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UVM class hierarchy and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introduces the Universal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Methodology (UVM) using SystemVerilog. You'll lea…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Universal Verification Methodology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standard (IEEE 1800.2-2017)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class library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Methodology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adoption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Class (`MyTransaction`): Extends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`uvm_sequence_item` (uvm_object hierarchy)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Class (`MyDriver`): Extends `uvm_driver`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(uvm_component hierarchy)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Class (`MyMonitor`): Extends `uvm_monitor`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(uvm_component hierarchy)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Class (`MyAgent`): Extends `uvm_agent`,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demonstrates component composition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Class (`MyEnv`): Extends `uvm_env`, top-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level verification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Class (`ClassHierarchyTest`): Extends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`uvm_test`, orchestrates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Automatically register class with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Must be inside class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Enables factory-based object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Initialize UVM objects and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`name`: Component/object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`parent`: Parent component (for hierarchy)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call `super.new()` to initialize 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Implement UVM phase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call `super.build_phase(phase)` etc.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Objections: Use in `run_phase()` to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objects/components using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`ClassName::type_id::create(name, parent)`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Factory enables overrides and centralized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Connect component ports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`connect_phase()`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Connect driver to sequencer, monitor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Provide human-readable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representation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Debugging, logging,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`uvm_object` - Base class for all UVM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(transactions, sequences)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`uvm_component` - Base class for all UVM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(drivers, monitors,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hierarchy: Test → Environment → Agent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Driver/Monitor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creation using factory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macros (`uvm_object_utils`,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`uvm_component_utils`) enable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functions/tasks implement component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 (`type_id::create()`) enables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hierarchy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 demonstration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creation and connection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report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vs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`uvm_object` - Base for transactions,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`uvm_component` - Base for testbench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Lifetime differences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 differences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`uvm_test` - Top-level test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`uvm_env` - Verification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`uvm_agent` - Agent containing driver, monitor,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`uvm_driver` - Drives transactions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`uvm_monitor` - Observes DUT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`uvm_sequencer` - Manages sequence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`uvm_sequence_item` - Base transaction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`uvm_sequence` - Sequence of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relationships and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Build-Time Phases (Top-down)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`build_phase()` - Component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`connect_phase()` - Component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`end_of_elaboration_phase()` - Final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`start_of_simulation_phase()` - Simulation start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Run-Time Phases (Bottom-up)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`pre_reset_phase()`, `reset_phase()`,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`post_reset_phase()`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`pre_configure_phase()`, `configure_phase()`,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`post_configure_phase()`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`pre_main_phase()`, `main_phase()`,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`post_main_phase()`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`pre_shutdown_phase()`, `shutdown_phase()`,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`post_shutdown_phase()`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Phases (Bottom-up)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`extract_phase()` - Extract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`check_phase()` - Final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`report_phase()` - Generate reports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`final_phase()` - Final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Build-Time Phases: Top-down execution (parent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child)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Run-Time Phases: Bottom-up execution (child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Phases: Bottom-up execution (child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 Order: Demonstrates all UVM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Component construction and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Execution: Top-down (parent before child)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`super.build_phase(phase)` to maintain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Test execution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Execution: Bottom-up (child before parent)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objections in `main_phase()` to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Result extraction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Execution: Bottom-up (child before parent)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for final verification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component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Logging, debugging, hierarchical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Build-time phases execute top-down (parent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child)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Run-time phases execute bottom-up (child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phases execute bottom-up (child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parent)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Phases enable structured testbench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Build-time phases are functions (no delays allowed)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Run-time phases are tasks (can have delays)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phases are functions (no delays allowed)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Must call `super.phase_name(phase)` to maintain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`get_name()` and `get_full_name()` for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identification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build-time phases executed in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run-time phases executed in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All cleanup phases executed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(1/8)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Messaging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levels: FATAL, ERROR, WARNING, INFO, 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levels: UVM_LOW, UVM_MEDIUM, UVM_HIGH,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UVM_FULL, UVM_DEBUG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Levels: INFO, WARNING, ERROR, FATAL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(2/8)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Levels: UVM_LOW, UVM_MEDIUM, UVM_HIGH,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UVM_FULL, UVM_DEBUG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Formatting: Formatted messages with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Reporting: Component context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Print formatted messages with severity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`TAG`: Message category/tag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(3/8)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`Message`: Text to display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`Verbosity`: For `uvm_info` only (UVM_LOW,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UVM_MEDIUM,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Standard UVM messaging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Include data values in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`$sformatf()` for string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Combine UVM macros with SystemVerilog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(4/8)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Control message visibility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Set in `build_phase()` or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Levels: UVM_LOW &lt; UVM_MEDIUM &lt; UVM_HIGH &lt; UVM_FULL &lt;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UVM_DEBUG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Include component hierarchy in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Uses: `get_full_name()` for hierarchical path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INFO: Informational messages (non-critical)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(5/8)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WARNING: Potential issues (non-fatal)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ERROR: Actual errors (may stop simulation)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FATAL: Fatal errors (stops simulation immediately)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UVM_LOW: Always displayed (default)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UVM_MEDIUM: Medium detail (default for most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messages)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UVM_HIGH: High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(6/8)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UVM_FULL: Full detail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UVM_DEBUG: Debug-level detail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indicates message importance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controls message visibility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Messages include component hierarchy context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enables debugging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(7/8)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`uvm_info` is most common (with verbosity control)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`uvm_warning` for non-critical issues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`uvm_error` for errors (may stop simulation)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`uvm_fatal` for fatal errors (stops simulation)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`$sformatf()` for formatted messages with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Different severity levels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(8/8)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control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Formatted messages with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message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Database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Setting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Getting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Setting Configuration: Global and component-specific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Getting Configuration: Hierarchical lookup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Objects: Complex configuration data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Scalar Values: Simple configuration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Store configuration in database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`uvm_config_db#(type)::set(contxt, path,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field, value)`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`contxt`: Context (usually `this` in test)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`path`: Component path (`"*"` for global,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`"comp_name"` for specific)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`field`: Configuration field name (string)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`value`: Value to store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Set in test's `build_phase()` before creating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Retrieve configuration from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`uvm_config_db#(type)::get(contxt, path,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field, var)`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Returns: `1` if found, `0` if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Get in component's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return value, provide defaults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String representation of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Debugging,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ConfigDB enables flexible test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can be set globally or per-component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Components look up configuration in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paths enable component-specific config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before create: Configuration must be set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 are created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 in build_phase: Components get configuration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their `build_phase()`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 return value: Always check if `get()`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succeeded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Provide defaults: Use default values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safety: ConfigDB is type-safe (uses template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setting and getting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configuration lookup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Component-specific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ConfigDB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registration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override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Registration: Automatic registration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`uvm_object_utils`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Creation: Using `type_id::create()`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Override: Substituting base class with extended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Override: Overriding specific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Automatically register class with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Must be inside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Enables factory-based creation and overrides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objects/components via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`ClassName::type_id::create(name, parent)`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Factory applies overrides automatically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Replace all instances of base class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extended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Set in test's `build_phase()` before creating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Effect: All `BaseDriver::type_id::create()`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create `ExtendedDriver`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Replace specific instance with extended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Set in test's `build_phase()` before creating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Effect: Only specified instance is overridden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Get type wrapper for override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Used in override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enables centralized object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override affects all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override affects specific instances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Overrides enable test customization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macros (`uvm_object_utils`,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`uvm_component_utils`) register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 (`type_id::create()`) applies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overrides automatically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overrides before create: Overrides must be 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creating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override: Affects all instances of the base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override: Affects only the specified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creation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override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Instance override demonstrated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Override effects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Mechanism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Raising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Dropping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Simulation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Raising Objections: Keep simulation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Dropping Objections: Allow phase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Objections: Per-component objection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Coordinated Completion: Phase completes when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objections dropped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Keep phase running until objection 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dropped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at start of `run_phase()` or other run-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time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`this`: Component raising objection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`description`: Optional description for named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raise objection if doing work in run-time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Signal that work is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when work in phase is finished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Must drop objection when work completes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Raise at start, drop when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Ensures phase doesn't end prematurely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Track multiple independent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Use named objections for different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Each named objection is tracked separately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Raise objection to keep phase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Drop objection when work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completes when all objections dropped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objections per component supported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Raise at start: Call `raise_objection()` 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beginning of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Drop when done: Call `drop_objection()` when work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completion: Phase ends when all objections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dropped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Objections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Named objections: Use for tracking multiple tasks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Must match: Each `raise_objection()` must have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 `drop_objection()`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raising and dropping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completion control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objection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Coordinated phase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UVM Functions and Methods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Register class with UVM factory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Location: Inside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Enables: Factory creation and overrides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Syntax: `ClassName::type_id::create(name, parent)`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Returns: Handle to created object/component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Factory applies overrides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--check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ConfigDB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UVM class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Masters UVM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Uses UVM reporting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Configures components using ConfigDB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factory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Controls simulation with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class hierarchy and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./scripts/module3.sh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