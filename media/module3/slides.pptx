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docs/MODULE3.md.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docs/MODULE3.md.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docs/MODULE3.md.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docs/MODULE3.md.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docs/MODULE3.md.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docs/MODULE3.md.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module3/examples/class_hierarchy/README.md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module3/examples/class_hierarchy/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module3/examples/phases/README.md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module3/examples/phases/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module3/examples/reporting/README.md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module3/examples/reporting/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module3/examples/configdb/README.md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module3/examples/configdb/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module3/examples/factory/README.md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module3/examples/factory/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module3/examples/objections/README.md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module3/examples/objections/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class hierarchy and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UVM class hierarchy and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introduces the Universal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Methodology (UVM) using SystemVerilog. You'll lea…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class hierarchy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hierarchy: `uvm_object`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 →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`uvm_component`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driver/monitor/agent/env/test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macros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(`uvm_component_utils`)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 for `type_id::create()`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tree: Test → Env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→ {Driver,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Sequencer}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class hierarchy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uvm_test: Top-level; calls run_test(), owns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uvm_env: Contains agents, scoreboard, coverage (as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needed)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uvm_agent: Groups driver, monitor, sequencer on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uvm_driver: Converts sequence items to pin wiggles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class hierarchy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uvm_monitor: Observes bus/DUT; emits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uvm_sequence_item: Transaction payload (data,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etc.)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phase graph and execution order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(top-down):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`build_phase` → `connect_phase`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`end_of_elaboration_phase`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(bottom-up):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`run_phase` with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controlling sim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Report: `report_phase`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summarizes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UVM_INFO/WARNING/ERROR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`super.build_phase(phase)`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required in every override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preserve hierarchy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phase graph and execution order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flow: elaboration → `run_test()` →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`$finish`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3 repository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module3/examples/class_hierar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chy/ — Minimal full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 demo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module3/examples/phases/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 callback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module3/dut/simple_blocks/add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er.v — Small RTL for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module3/tests/uvm_tests/test_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adder_uvm.sv — End-to-end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3: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3: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module3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module3/examples/class_hierarchy/ — Minimal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 hierarchy demo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module3/examples/phases/ — Phase callback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module3/dut/simple_blocks/adder.v — Small RTL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integrated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module3/tests/uvm_tests/test_adder_uvm.sv — End-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to-end UVM testbench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uvm_test: Top-level; calls run_test(), owns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uvm_env: Contains agents, scoreboard, coverage (as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needed)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uvm_agent: Groups driver, monitor, sequencer on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uvm_driver: Converts sequence items to pin wiggles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uvm_monitor: Observes bus/DUT; emits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uvm_sequence_item: Transaction payload (data,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etc.)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./scripts/module3.sh --class-hierarchy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elaboration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run_test()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infrastructure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— create components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`type_id::create()`; enable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later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— pass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 and config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down the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`uvm_info`/`uvm_error`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verbosity and ID filtering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 — `raise_objection`/`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drop_objection` in `run_phase`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hold simulation alive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+ UVM execution strategy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Compile with `-I$UVM_HOME/src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+define+UVM_NO_DPI` (no DPI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`main` calls `uvm_main`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wrapper that invokes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`run_test("MyTest")`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 with standalone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(no DUT) to learn hierarchy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Progress to `test_adder_uvm`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 virtual interface to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adder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+ UVM execution strategy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Closure: zero `UVM_ERROR`/`UVM_FATAL`; expected INFO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lines in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3.1: Class Hierarchy (`module3/examples/class_hierarc…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(`MyTransaction`):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 (uvm_object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(`MyDriver`): Extends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(`MyMonitor`): Extends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Class (`MyAgent`): Extends `uvm_agent`,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demonstrates component 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3.1: Class Hierarchy (`module3/examples/class_hierarc…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Class (`MyEnv`): Extends `uvm_env`, top-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 (`ClassHierarchyTest`):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`uvm_test`, orchestrates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register class with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inside class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3.2: Phases (`module3/examples/phases/phases.sv`)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Phases: Top-down execution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Order: Demonstrates all UVM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3.2: Phases (`module3/examples/phases/phases.sv`)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Component construction and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Top-down (parent before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`super.build_phase(phase)`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Test execution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3.3: Reporting (`module3/examples/reporting/reporting…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INFO, WARNING, ERROR, FATAL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Formatting: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Reporting: Component context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3.3: Reporting (`module3/examples/reporting/reporting…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messages with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`TAG`: Message category/tag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`Message`: Text to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3.4: ConfigDB (`module3/examples/configdb/configdb.sv…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Configuration: Global and component-specific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Configuration: Hierarchical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Objects: Complex configuration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Scalar Values: Simple configuration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3.4: ConfigDB (`module3/examples/configdb/configdb.sv…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configuration in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`uvm_config_db#(type)::set(contxt, path,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`contxt`: Context (usually `this` in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3.5: Factory (`module3/examples/factory/factory.sv`)…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Registration: Automatic registration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`uvm_object_utils`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Using `type_id::create()`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Substituting base class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Override: Overriding specific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3.5: Factory (`module3/examples/factory/factory.sv`)…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register class with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inside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factory-based creation and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objects/components via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3.6: Objections (`module3/examples/objections/objecti…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Objections: Keep simulation running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Objections: Allow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Objections: Per-component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Coordinated Completion: Phase completes when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 dropped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3.6: Objections (`module3/examples/objections/objecti…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Keep phase running until objection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at start of `run_phase()` or other run-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`this`: Component raising objection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UVM Factory Macros and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Register class with UVM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Inside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Enables: Factory creation and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UVM Factory Macros and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Handle to created object/component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applies overrides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UVM Reporting Macros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`UVM_LOW` - Always displayed (default)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`UVM_MEDIUM` - Medium detail (most common)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`UVM_HIGH` - High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`UVM_FULL` - Full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UVM Reporting Macros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`UVM_DEBUG` - Debug-level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ConfigDB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configuration in test's `build_phase()`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creating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 configuration in component's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check return value of `get()`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default values if configuration not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ConfigDB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hierarchical paths for component-specific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Objection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raise objection if doing work in run-time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drop objection when work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completes when all objections are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`raise_objection()` must have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`drop_objection()`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Component Utility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Component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debugging, hierarchical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Sequence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transactions to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Sequences generate test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Flow: Sequence → Sequencer → Driver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Post-processing after randomization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Sequence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Calculate expected results, validate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TLM Port Methods (Driver)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Driver-sequencer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`get_next_item(txn)`: Get next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`item_done()`: Signal transaction 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TLM Port Methods (Driver)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Flow: Sequencer provides → Driver receives →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Analysis Port Methods (Monitor/Scoreboard)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transactions to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Monitor sends transactions to scoreboard,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 checks DUT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Analysis Port Methods (Monitor/Scoreboard)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analysis port to analysis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Establish monitor → scoreboard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Interface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handle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Driver/monitor access DUT signals via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Setting: `uvm_config_db#(virtual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interface_type)::set(null, "*", "vif", vif_inst)`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Top-Level UVM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UVM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Test class name (string)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Creates test instance, executes all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Override: `+UVM_TESTNAME=TestName`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Universal Verification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standard (IEEE 1800.2-2017)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class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Methodology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 adoption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(`MyTransaction`):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 (uvm_object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(`MyDriver`): Extends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(`MyMonitor`): Extends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Class (`MyAgent`): Extends `uvm_agent`,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demonstrates component composition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Class (`MyEnv`): Extends `uvm_env`, top-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 (`ClassHierarchyTest`):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`uvm_test`, orchestrates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register class with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inside class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factory-based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UVM objects and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`name`: Component/object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`parent`: Parent component (for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`super.new()` to initialize 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UVM phase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`super.build_phase(phase)` etc.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Objections: Use in `run_phase()` to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objects/components using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enables overrides and centralized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component ports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Connect driver to sequencer, monitor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Provide human-readable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logging,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`uvm_object` - Base class for all UVM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(transactions, sequences)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`uvm_component` - Base class for all UVM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(drivers, monitors,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Test → Environment →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 using factory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macros (`uvm_object_utils`,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`uvm_component_utils`) enable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functions/tasks implement component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 (`type_id::create()`)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 and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vs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`uvm_object` - Base for transactions,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`uvm_component` - Base for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Lifetime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`uvm_test` - Top-level test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`uvm_env` -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`uvm_agent` - Agent containing 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`uvm_driver` - Drives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`uvm_monitor` - Observes DUT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`uvm_sequencer` - Manages sequence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`uvm_sequence_item` - Base transaction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`uvm_sequence` - Sequence of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relationships and 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 (Top-down)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`build_phase()` - Component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`connect_phase()` -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`end_of_elaboration_phase()` - Final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`start_of_simulation_phase()` - Simulation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 (Bottom-up)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`pre_reset_phase()`, `reset_phase()`,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`post_reset_phase()`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`pre_configure_phase()`, `configure_phase()`,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`post_configure_phase()`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`pre_main_phase()`, `main_phase()`,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`post_main_phase()`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`pre_shutdown_phase()`, `shutdown_phase()`,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`post_shutdown_phase()`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 (Bottom-up)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`extract_phase()` - Extract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`check_phase()` -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`report_phase()` - Generate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`final_phase()` - Final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Phases: Top-down execution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Order: Demonstrates all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Component construction and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Top-down (parent before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`super.build_phase(phase)`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Test execution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Bottom-up (child before parent)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objections in `main_phase()` to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Result extraction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Bottom-up (child before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for final verification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component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debugging, hierarchical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 execute top-down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 execute bottom-up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 execute bottom-up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Phases enable structured testbench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 are functions (no delays allowed)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 are tasks (can have delays)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 are functions (no delays allowed)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call `super.phase_name(phase)`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`get_name()` and `get_full_name()` for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build-time phases executed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run-time phases executed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cleanup phases executed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Messaging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FATAL, ERROR, WARNING, INFO,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INFO, WARNING, ERROR, FATAL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Formatting: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Reporting: Component context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messages with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`TAG`: Message category/tag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`Message`: Text to display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`Verbosity`: For `uvm_info` only (UVM_LOW,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UVM_MEDIUM,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Standard UVM messaging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Include data values in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`$sformatf()` for string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Combine UVM macros with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Control message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`build_phase()` or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Levels: UVM_LOW &lt; UVM_MEDIUM &lt; UVM_HIGH &lt; UVM_FULL &lt;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Include component hierarchy in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`get_full_name()` for hierarchical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INFO: Informational messages (non-critical)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WARNING: Potential issues (non-fatal)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ERROR: Actual errors (may stop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FATAL: Fatal errors (stops simulation immediately)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UVM_LOW: Always displayed (default)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UVM_MEDIUM: Medium detail (default for most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UVM_HIGH: High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UVM_FULL: Full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UVM_DEBUG: Debug-level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indicates message importance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controls message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Messages include component hierarchy context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enables debugging and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`uvm_info` is most common (with verbosity control)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`uvm_warning` for non-critical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`uvm_error` for errors (may stop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`uvm_fatal` for fatal errors (stops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`$sformatf()` for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Different severity levels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control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message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Database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Configuration: Global and component-specific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Configuration: Hierarchical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Objects: Complex configuration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Scalar Values: Simple configuration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configuration in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`uvm_config_db#(type)::set(contxt, path,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`contxt`: Context (usually `this` in test)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`path`: Component path (`"*"` for global,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`"comp_name"` for specific)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`field`: Configuration field name (string)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`value`: Value to store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test's `build_phase()` before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from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`uvm_config_db#(type)::get(contxt, path,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field, var)`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`1` if found, `0` if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Get in component's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String representation of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enables flexible test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can be set globally or per-component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Components look up configuration in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paths enable component-specific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before create: Configuration must be set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 are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 in build_phase: Components get configuration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their `build_phase()`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return value: Always check if `get()`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succeeded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defaults: Use default values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safety: ConfigDB is type-safe (uses template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setting and getting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configuration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Component-specific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Registration: Automatic registration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`uvm_object_utils`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Using `type_id::create()`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Substituting base class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Override: Overriding specific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register class with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inside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factory-based creation and overrides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objects/components via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applies overrides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Replace all instances of base class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extended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test's `build_phase()` before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Effect: All `BaseDriver::type_id::create()`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create `ExtendedDriver`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Replace specific instance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test's `build_phase()` before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Effect: Only specified instance is overridden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type wrapper for override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Used in override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enables centralized object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 affects all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 affects specific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Overrides enable test customization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macros (`uvm_object_utils`,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`uvm_component_utils`) register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 (`type_id::create()`) applies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overrides before create: Overrides must be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before creating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Affects all instances of the 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override: Affects only the specified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 effects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Objections: Keep simulation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Objections: Allow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Objections: Per-component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Coordinated Completion: Phase completes when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Keep phase running until objection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at start of `run_phase()` or other run-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`this`: Component raising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`description`: Optional description for named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raise objection if doing work in run-time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Signal that work is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when work in phase is finished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drop objection when work completes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Raise at start, drop when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Ensures phase doesn't end prematurely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multiple independent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Use named objections for different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Each named objection is tracked separately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Raise objection to keep phase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 objection when work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completes when all objections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 per component supported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Raise at start: Call `raise_objection()`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beginning of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 when done: Call `drop_objection()` when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completion: Phase ends when all objections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dropped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objections: Use for tracking multiple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match: Each `raise_objection()` must have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 `drop_objection()`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raising and dropping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Coordinated phase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Register class with UVM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Inside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Enables: Factory creation and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Handle to created object/component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applies overrides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`UVM_LOW` - Always displayed (default)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`UVM_MEDIUM` - Medium detail (most common)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`UVM_HIGH` - High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`UVM_FULL` - Full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`UVM_DEBUG` - Debug-level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configuration in test's `build_phase()`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creating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 configuration in component's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check return value of `get()`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default values if configuration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hierarchical paths for component-specific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raise objection if doing work in run-time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drop objection when work completes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completes when all objections are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`raise_objection()` must have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`drop_objection()`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Component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debugging, hierarchical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transactions to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Sequences generate test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Flow: Sequence → Sequencer → Driver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Post-processing after randomization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Calculate expected results, validate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Driver-sequencer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`get_next_item(txn)`: Get next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`item_done()`: Signal transaction 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Flow: Sequencer provides → Driver receives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transactions to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Monitor sends transactions to scoreboard,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 checks DUT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analysis port to analysis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Establish monitor → scoreboard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handle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Driver/monitor access DUT signals via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Setting: `uvm_config_db#(virtual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interface_type)::set(null, "*", "vif", vif_inst)`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UVM test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Test class name (string)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Creates test instance, executes all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Override: `+UVM_TESTNAME=TestName`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3.1: 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--class-hierarchy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module3/examples/class_hierarchy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-I$UVM_HOME/src +incdir+$UVM_HOME/src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--binary $UVM_HOME/src/uvm_pkg.sv class_hierarchy.sv class_hierarchy.cpp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--top-module class_hierarchy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Vclass_hierarchy.mk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./obj_dir/Vclass_hierarchy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3.2: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3.3: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3.4: 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--configdb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3.5: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3.6: Objections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--help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(`MyTransaction`):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 (uvm_object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(`MyDriver`): Extends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(`MyMonitor`): Extends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Class (`MyAgent`): Extends `uvm_agent`,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demonstrates component composition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Class (`MyEnv`): Extends `uvm_env`, top-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 verification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--class-hierarchy</a:t>
            </a:r>
          </a:p>
        </p:txBody>
      </p:sp>
      <p:pic>
        <p:nvPicPr>
          <p:cNvPr id="4" name="Picture 3" descr="ex01_class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Phases: Top-down execution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Order: Demonstrates all UVM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--phases</a:t>
            </a:r>
          </a:p>
        </p:txBody>
      </p:sp>
      <p:pic>
        <p:nvPicPr>
          <p:cNvPr id="4" name="Picture 3" descr="ex02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INFO, WARNING, ERROR, FATAL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Formatting: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Reporting: Component context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--reporting</a:t>
            </a:r>
          </a:p>
        </p:txBody>
      </p:sp>
      <p:pic>
        <p:nvPicPr>
          <p:cNvPr id="4" name="Picture 3" descr="ex03_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Configuration: Global and component-specific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Configuration: Hierarchical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Objects: Complex configuration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Scalar Values: Simple configuration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--configdb</a:t>
            </a:r>
          </a:p>
        </p:txBody>
      </p:sp>
      <p:pic>
        <p:nvPicPr>
          <p:cNvPr id="4" name="Picture 3" descr="ex04_config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Registration: Automatic registration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`uvm_object_utils`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Using `type_id::create()`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Substituting base class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Override: Overriding specific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--factory</a:t>
            </a:r>
          </a:p>
        </p:txBody>
      </p:sp>
      <p:pic>
        <p:nvPicPr>
          <p:cNvPr id="4" name="Picture 3" descr="ex05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Objections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Objections: Keep simulation running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Objections: Allow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Objections: Per-component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Coordinated Completion: Phase completes when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 dropped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Objections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--objections</a:t>
            </a:r>
          </a:p>
        </p:txBody>
      </p:sp>
      <p:pic>
        <p:nvPicPr>
          <p:cNvPr id="4" name="Picture 3" descr="ex06_ob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transaction classes extending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uvm_sequence_item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component classes extending uvm_component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component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component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all build-time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run-time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cleanup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phase execution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different severity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verbosity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hierarchical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global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component-specific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 configuration in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configuration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classes with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objects using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type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instance overrides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Objections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Raise objections in run_phase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 objections when work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multiple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phase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UVM class hierarchy (uvm_object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uvm_component)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phases (build-time, run-time, cleanup)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UVM reporting effectively (severity, verbosity,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formatting)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 components using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factory pattern (registration, creation,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simulation with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UVM testbenches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UVM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Masters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UVM reporting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Configures components using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factory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Controls simulation with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class hierarchy and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