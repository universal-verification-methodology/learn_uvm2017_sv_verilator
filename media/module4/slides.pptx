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complete UVM agents with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Build complete UVM agents with driver, monitor, and sequencer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core UVM components used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 verification environments. You'll learn ho…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Overview and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purpose and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components (driver, monitor, sequencer)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vs passive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for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for observation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for sequence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BaseTransaction: Basic transaction with `data`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`address`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ExtendedTransaction: Extended transaction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`control` and `status`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ConstrainedTransaction: Transaction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randomization constraints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Operations: Copy, comparison, and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Provide human-readable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Debugging, logging,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Override from `uvm_object` base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independent copy of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`txn2.copy(txn1)` - creates deep copy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call `super.do_copy(rhs)` first, then copy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Compare two transactions for equality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`if (txn1.compare(txn2))` - returns 1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Returns 1 if all fields match, 0 otherwise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values satisfying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`txn.randomize()` - returns 1 if successful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Constraints ensure protocol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Post-process after randomization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Calculate derived fields, validate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constraints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Called automatically after `randomize()`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succeeds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 Calculate expected results, checksums,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derived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Type-safe conversion from `uvm_object`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specific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Required in `do_copy()` and `do_compare()`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return value, handle type mismatch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Extend base transaction with additional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call `super` methods to handle base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design extending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`uvm_sequence_item`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fields and data members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copy and comparison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Extended transactions with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`convert2string()` for debugging and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`do_copy()` for deep copying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`do_compare()` for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`randomize()` for constrained random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 ensure protocol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copy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Agent Architecture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Extended transaction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 transaction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Purpose and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Transaction-to-signal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class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reception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SimpleDriver: Basic driver implementation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reception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ProtocolDriver: Protocol-aware driver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Driver-Sequencer Communication: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`seq_item_port` for transaction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Driving: Converting transactions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transaction from sequencer (blocking)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in driver's `run_phase()` forever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Blocks until sequencer provides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Signal that transaction processing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after driving transaction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Allows sequencer to provide next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transaction to DUT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after `get_next_item()`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Implements protocol-specific driving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protocol-specific handshaking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Handles request/grant, timing,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driver to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agent's `connect_phase()`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Establishes TLM communication channel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class structure extending `uvm_driver`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reception from sequencer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`seq_item_port`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Driver-sequencer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driving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`get_next_item()` - Get transaction from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`item_done()` - Signal transaction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`drive_transaction()` - Convert transaction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`seq_item_port.connect(sequencer.seq_item_export)`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Forever loop - Driver continuously processes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creation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reception from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driving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Driver Implementation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Driver-sequencer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Purpose and Responsibilities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observation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class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forwarding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SimpleMonitor: Basic monitor implementation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ProtocolMonitor: Protocol-aware monitor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Creation: Creating transactions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Port: Forwarding transactions via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Broadcast transaction to all subscribers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after creating transaction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Non-blocking, broadcasts to all connected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subscribers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analysis port in constructor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Analysis ports created in constructor,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build_phase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Sample DUT signals and create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Monitor is passive (doesn't drive DUT)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monitor to subscribers (scoreboard,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One monitor can connect to multiple subscribers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Receive transactions from analysis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Scoreboard, coverage collector, logger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Automatically called when monitor writes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class structure extending `uvm_monitor`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 from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 from sampled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`ap.write(txn)` - Broadcast transaction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subscribers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creation - In constructor,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build_phase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 - Wait for protocol events, sample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 - Create from sampled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Subscriber pattern - Components receive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`write()`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Monitor Implementation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creation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sampling from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creation from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forwarding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Protocol-specific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Sequencer-driver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items (`uvm_sequence_item`)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Sequences (`uvm_sequence`)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SimpleSequence: Basic sequence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ExtendedSequence: Extended sequence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configurable item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Execution: Starting sequences on sequencers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 Generation: Creating and sending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and send sequence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Main sequence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Called when sequence is started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Request sequence item from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before setting item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Blocking call, waits for sequencer availability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Send sequence item to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after setting item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Item flows: Sequence → Sequencer →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Start sequence execution on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In test's `run_phase()`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Sequence executes `body()` task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test vectors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Constraints ensure valid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Configurable sequence with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Can be configured via ConfigDB or constructor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items (`uvm_sequence_item`)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Sequences (`uvm_sequence`)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`body()` - Main sequence logic (generates items)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`start_item(item)` - Request item from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`finish_item(item)` - Send item to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`seq.start(sequencer)` - Start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Item flow: Sequence → Sequencer → Driver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creation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item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Sequencer and Sequences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Sequencer-driver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Put/get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Peek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Transport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ports and exports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FIFOs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ports and exports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TlmProducer: Uses `uvm_blocking_put_port` to produce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TlmConsumer: Uses `uvm_blocking_get_export`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consume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AnalysisProducer: Uses `uvm_analysis_port`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broadcast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AnalysisSubscriber: Uses `uvm_subscriber` to receive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Send transaction to consumer (blocking)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Producer sends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Blocks until consumer receives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Receive transaction from producer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(blocking)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Consumer receives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Blocks until producer sends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Buffer between producer and consumer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Decouples producer and consumer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FIFO stores transactions temporarily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Broadcast transaction to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subscribers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One-to-many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Non-blocking, broadcasts to all subscribers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Receive transactions from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Scoreboard, coverage, logger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Automatically called when producer writes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interfaces (put, get, peek, transport)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ports and exports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FIFOs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ports and exports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`put_port.put(txn)` - Send transaction (blocking)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`get_export.get(txn)` - Receive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(blocking)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`ap.write(txn)` - Broadcast transaction (non-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`write(t)` - Receive in subscriber (automatic)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FIFO - Decouples producer and consumer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- One-to-many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port/export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 establishment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TLM (Transaction-Level Modeling)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flow via TLM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broadcasting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FIFO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SimpleScoreboard: Basic scoreboard with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Storage: Storing expected and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Logic: Comparing transactions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Reporting: Reporting pass/fail counts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Receive transactions from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automatically when monitor writes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analysis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Compares actual vs expected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Store expected transaction for later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before actual transaction arrives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Queue stores expected transactions in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Manage expected transaction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FIFO queue ensures order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Compare actual vs expected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Reports pass/fail, tracks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Report final test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Called in cleanup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Provides test pass/fail summary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monitor to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Monitor writes → Scoreboard receives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purpose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`write(txn)` - Receive transaction from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`add_expected(txn)` - Store expected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 - `push_back()`, `pop_front()`,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`size()`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logic - Compare actual vs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 phase - Final test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export - `uvm_analysis_imp` receives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creation and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Scoreboards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Complete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vs passive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CompleteAgent: Contains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Configuration: Configurable as active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Integration: Integrating all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Testing: Testing complete agent functionality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agent components based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Active agent has driver+sequencer, passive has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Always created (both active and passive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Driver/Sequencer: Only created in active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agent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Driver-sequencer connection only for active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Monitor analysis port connected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environment's connect_phase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Configure agent as active or passive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Set before creating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Active = driver+sequencer+monitor, Passive =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Must be set in test's build_phase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Use agent based on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Check `is_active` before using driver/sequencer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vs passive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 agent - Driver + Sequencer +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Passive agent - Monitor only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- Via ConfigDB before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creation - Based on active/passive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Complete Agent Example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Connection - Driver-sequencer only for active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agent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Active/passive agent modes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--check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Modeling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Sequencer and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design and implement transaction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drivers for DUT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monitors for DUT observation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build sequencers and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TLM for component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scoreboards for result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complete UVM agents with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./scripts/module4.sh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