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module4/examples/transactions/README.md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module4/examples/transactions/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module4/examples/drivers/README.md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module4/examples/drivers/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module4/examples/monitors/README.md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module4/examples/monitors/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module4/examples/sequencers/README.md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module4/examples/sequencers/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module4/examples/tlm/README.md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module4/examples/tlm/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module4/examples/scoreboards/README.md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module4/examples/scoreboards/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module4/examples/agents/README.md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module4/examples/agents/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5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9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1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3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5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6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9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4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UVM Components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 complete UVM agents with driver, monitor,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Build complete UVM agents with driver, monitor, and sequencer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covers the core UVM components used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build verification environments. You'll learn ho…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UVM Agent Architecture (1/9)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Overview and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purpose and responsibilities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components (driver, monitor, sequencer)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Active vs passive agents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UVM Agent Architecture (2/9)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for stimulus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for observation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Sequencer for sequence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integration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BaseTransaction: Basic transaction with `data`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`address`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ExtendedTransaction: Extended transaction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`control` and `status` fields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UVM Agent Architecture (3/9)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ConstrainedTransaction: Transaction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randomization constraints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Operations: Copy, comparison, and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conversion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Provide human-readable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representation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Debugging, logging,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Override from `uvm_object` base class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Create independent copy of transaction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UVM Agent Architecture (4/9)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`txn2.copy(txn1)` - creates deep copy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Must call `super.do_copy(rhs)` first, then copy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all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Compare two transactions for equality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`if (txn1.compare(txn2))` - returns 1 if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equal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Returns 1 if all fields match, 0 otherwise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Generate random values satisfying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UVM Agent Architecture (5/9)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`txn.randomize()` - returns 1 if successful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Constraints ensure protocol compliance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Post-process after randomization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Calculate derived fields, validate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constraints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Called automatically after `randomize()`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succeeds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Example: Calculate expected results, checksums,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derived values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UVM Agent Architecture (6/9)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Type-safe conversion from `uvm_object`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specific type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Required in `do_copy()` and `do_compare()`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Always check return value, handle type mismatch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Extend base transaction with additional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Must call `super` methods to handle base class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class design extending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`uvm_sequence_item`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UVM Agent Architecture (7/9)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fields and data members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copy and comparison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Extended transactions with inheritance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Constrained random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`convert2string()` for debugging and logging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`do_copy()` for deep copying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UVM Agent Architecture (8/9)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`do_compare()` for transaction comparison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`randomize()` for constrained random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Constraints ensure protocol compliance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creation and initialization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copy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comparison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UVM Agent Architecture (9/9)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Extended transaction inheritance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Constrained random transaction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UVM Driver Implementation (1/8)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Purpose and Responsibilities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Stimulus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driving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Transaction-to-signal conversion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UVM Driver Implementation (2/8)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class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Sequencer communication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reception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driving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SimpleDriver: Basic driver implementation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 reception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ProtocolDriver: Protocol-aware driver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handshaking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UVM Driver Implementation (3/8)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Driver-Sequencer Communication: Using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`seq_item_port` for transaction flow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Driving: Converting transactions to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Get transaction from sequencer (blocking)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Called in driver's `run_phase()` forever loop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Blocks until sequencer provides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Signal that transaction processing 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UVM Driver Implementation (4/8)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Called after driving transaction to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Allows sequencer to provide next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Convert transaction to DUT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Called after `get_next_item()`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Implements protocol-specific driving logic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Implement protocol-specific handshaking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UVM Driver Implementation (5/8)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Handles request/grant, timing,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compliance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Connect driver to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In agent's `connect_phase()`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Establishes TLM communication channel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class structure extending `uvm_driver`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reception from sequencer via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`seq_item_port`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UVM Driver Implementation (6/8)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driving to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Driver-sequencer communication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Protocol-specific driving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`get_next_item()` - Get transaction from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(blocking)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`item_done()` - Signal transaction completion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`drive_transaction()` - Convert transaction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signals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UVM Driver Implementation (7/8)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connection 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`seq_item_port.connect(sequencer.seq_item_export)`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Forever loop - Driver continuously processes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creation and initialization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reception from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driving to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Protocol-specific driving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UVM Driver Implementation (8/8)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Driver-sequencer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Monitor Implementation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Purpose and Responsibilities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 observation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sampling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creation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Analysis port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Monitor Implementation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class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sampling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creation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Analysis port forwarding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SimpleMonitor: Basic monitor implementation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signal sampling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ProtocolMonitor: Protocol-aware monitor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handshake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Monitor Implementation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Creation: Creating transactions from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sampled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Analysis Port: Forwarding transactions via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Broadcast transaction to all subscribers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Called after creating transaction from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sampled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Non-blocking, broadcasts to all connected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subscribers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Create analysis port in constructor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Monitor Implementation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Analysis ports created in constructor, not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build_phase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Sample DUT signals and create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Monitor is passive (doesn't drive DUT)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Connect monitor to subscribers (scoreboard,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coverage, etc.)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One monitor can connect to multiple subscribers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Receive transactions from analysis 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Monitor Implementation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Scoreboard, coverage collector, logger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Automatically called when monitor writes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analysis 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class structure extending `uvm_monitor`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sampling from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creation from sampled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Analysis port usage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Monitor Implementation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Protocol-specific monitoring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`ap.write(txn)` - Broadcast transaction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subscribers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Analysis port creation - In constructor, not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build_phase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sampling - Wait for protocol events, sample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creation - Create from sampled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Subscriber pattern - Components receive via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`write()`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Monitor Implementation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creation and initialization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sampling from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creation from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Analysis port forwarding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Protocol-specific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Sequencer and Sequences (1/8)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Sequencer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Sequencer purpose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item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Sequencer-driver communication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Sequencer and Sequences (2/8)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items (`uvm_sequence_item`)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Sequences (`uvm_sequence`)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libraries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SimpleSequence: Basic sequence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ExtendedSequence: Extended sequence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configurable item count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Sequencer and Sequences (3/8)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Execution: Starting sequences on sequencers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Item Generation: Creating and sending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 items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Generate and send sequence items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Main sequence logic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Called when sequence is started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Request sequence item from sequencer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Sequencer and Sequences (4/8)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Called before setting item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Blocking call, waits for sequencer availability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Send sequence item to driver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Called after setting item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Item flows: Sequence → Sequencer → Driver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Start sequence execution on sequencer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Sequencer and Sequences (5/8)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In test's `run_phase()`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Sequence executes `body()` task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Generate random test vectors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Constraints ensure valid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Configurable sequence with parameters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Can be configured via ConfigDB or constructor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Sequencer and Sequences (6/8)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Sequencer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items (`uvm_sequence_item`)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Sequences (`uvm_sequence`)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libraries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`body()` - Main sequence logic (generates items)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Sequencer and Sequences (7/8)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`start_item(item)` - Request item from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`finish_item(item)` - Send item to driver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`seq.start(sequencer)` - Start sequence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Item flow: Sequence → Sequencer → Driver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Sequencer creation and initialization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item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Sequencer and Sequences (8/8)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Sequencer-driver communication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libraries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TLM (Transaction-Level Modeling) (1/8)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Interfaces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Put/get interfaces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Peek interfaces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Transport interfaces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Analysis interfaces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TLM (Transaction-Level Modeling) (2/8)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ports and exports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FIFOs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Analysis ports and exports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connections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TlmProducer: Uses `uvm_blocking_put_port` to produce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TlmConsumer: Uses `uvm_blocking_get_export`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consume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TLM (Transaction-Level Modeling) (3/8)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AnalysisProducer: Uses `uvm_analysis_port`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broadcast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AnalysisSubscriber: Uses `uvm_subscriber` to receive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Send transaction to consumer (blocking)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Producer sends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Blocks until consumer receives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Receive transaction from producer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(blocking)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TLM (Transaction-Level Modeling) (4/8)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Consumer receives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Blocks until producer sends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Buffer between producer and consumer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Decouples producer and consumer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FIFO stores transactions temporarily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Broadcast transaction to multiple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subscribers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TLM (Transaction-Level Modeling) (5/8)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One-to-many communication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Non-blocking, broadcasts to all subscribers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Receive transactions from analysis 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Scoreboard, coverage, logger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Automatically called when producer writes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interfaces (put, get, peek, transport)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TLM (Transaction-Level Modeling) (6/8)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ports and exports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FIFOs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Analysis ports and exports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connections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`put_port.put(txn)` - Send transaction (blocking)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`get_export.get(txn)` - Receive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(blocking)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TLM (Transaction-Level Modeling) (7/8)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`ap.write(txn)` - Broadcast transaction (non-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blocking)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`write(t)` - Receive in subscriber (automatic)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FIFO - Decouples producer and consumer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Analysis port - One-to-many communication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port/export creation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connection establishment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TLM (Transaction-Level Modeling) (8/8)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flow via TLM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Analysis port broadcasting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FIFO usage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Scoreboards (1/8)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Purpose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comparison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Pass/fail tracking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 closure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Scoreboards (2/8)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storage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Comparison logic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SimpleScoreboard: Basic scoreboard with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comparison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Storage: Storing expected and actual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Scoreboards (3/8)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Comparison Logic: Comparing transactions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Reporting: Reporting pass/fail counts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Receive transactions from monitor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Called automatically when monitor writes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analysis 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Compares actual vs expected results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Store expected transaction for later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Scoreboards (4/8)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Called before actual transaction arrives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Queue stores expected transactions in order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Manage expected transaction queue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FIFO queue ensures order matching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Compare actual vs expected results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Reports pass/fail, tracks 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Scoreboards (5/8)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Report final test results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Called in cleanup phase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Provides test pass/fail summary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Connect monitor to scoreboard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Monitor writes → Scoreboard receives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purpose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Scoreboards (6/8)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comparison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Pass/fail tracking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`write(txn)` - Receive transaction from monitor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`add_expected(txn)` - Store expected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operations - `push_back()`, `pop_front()`,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`size()`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Scoreboards (7/8)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Comparison logic - Compare actual vs expected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Report phase - Final test results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Analysis export - `uvm_analysis_imp` receives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creation and initialization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storage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Scoreboards (8/8)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Pass/fail tracking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reporting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Complete Agent Example (1/6)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Building Complete Agents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integration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Active vs passive agents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CompleteAgent: Contains driver, monitor,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Complete Agent Example (2/6)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Configuration: Configurable as active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passive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Integration: Integrating all agent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Testing: Testing complete agent functionality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Create agent components based 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Active agent has driver+sequencer, passive has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monitor only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Monitor: Always created (both active and passive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Complete Agent Example (3/6)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Driver/Sequencer: Only created in active mode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Connect agent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Driver-sequencer connection only for active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agents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Note: Monitor analysis port connected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environment's connect_phase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Configure agent as active or passive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Set before creating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Complete Agent Example (4/6)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Active = driver+sequencer+monitor, Passive =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monitor only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Timing: Must be set in test's build_phase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agent creation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Use agent based on mode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Check `is_active` before using driver/sequencer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Complete Agent Example (5/6)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Active vs passive agents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Active agent - Driver + Sequencer + Monitor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Passive agent - Monitor only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- Via ConfigDB before creation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creation - Based on active/passive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Complete Agent Example (6/6)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Connection - Driver-sequencer only for active agents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agent creation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integration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Active/passive agent modes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functionality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4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./scripts/module4.sh --transactions</a:t>
            </a:r>
          </a:p>
        </p:txBody>
      </p:sp>
      <p:pic>
        <p:nvPicPr>
          <p:cNvPr id="4" name="Picture 3" descr="module4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./scripts/module4.sh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1: Transactions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BaseTransaction: Basic transaction with `data`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`address`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ExtendedTransaction: Extended transaction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`control` and `status`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ConstrainedTransaction: Transaction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randomization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Transactions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./scripts/module4.sh --transactions</a:t>
            </a:r>
          </a:p>
        </p:txBody>
      </p:sp>
      <p:pic>
        <p:nvPicPr>
          <p:cNvPr id="4" name="Picture 3" descr="ex01_trans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2: Drivers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SimpleDriver: Basic driver implementation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 reception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ProtocolDriver: Protocol-aware driver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handshaking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Driver-Sequencer Communication: Using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`seq_item_port` for transaction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Drivers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./scripts/module4.sh --drivers</a:t>
            </a:r>
          </a:p>
        </p:txBody>
      </p:sp>
      <p:pic>
        <p:nvPicPr>
          <p:cNvPr id="4" name="Picture 3" descr="ex02_driv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3: Monitors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SimpleMonitor: Basic monitor implementation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signal sampling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ProtocolMonitor: Protocol-aware monitor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handshake monitoring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Creation: Creating transactions from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sampled signals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Monitors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./scripts/module4.sh --monitors</a:t>
            </a:r>
          </a:p>
        </p:txBody>
      </p:sp>
      <p:pic>
        <p:nvPicPr>
          <p:cNvPr id="4" name="Picture 3" descr="ex03_moni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4: Sequencers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SimpleSequence: Basic sequence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ExtendedSequence: Extended sequence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configurable item count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Execution: Starting sequences on sequencers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Sequencers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./scripts/module4.sh --sequencers</a:t>
            </a:r>
          </a:p>
        </p:txBody>
      </p:sp>
      <p:pic>
        <p:nvPicPr>
          <p:cNvPr id="4" name="Picture 3" descr="ex04_sequenc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5: TLM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TlmProducer: Uses `uvm_blocking_put_port` to produce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TlmConsumer: Uses `uvm_blocking_get_export`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consume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AnalysisProducer: Uses `uvm_analysis_port`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broadcast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TLM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./scripts/module4.sh --tlm</a:t>
            </a:r>
          </a:p>
        </p:txBody>
      </p:sp>
      <p:pic>
        <p:nvPicPr>
          <p:cNvPr id="4" name="Picture 3" descr="ex05_tl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6: Scoreboards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SimpleScoreboard: Basic scoreboard with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comparison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Storage: Storing expected and actual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Comparison Logic: Comparing transactions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Scoreboards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./scripts/module4.sh --scoreboards</a:t>
            </a:r>
          </a:p>
        </p:txBody>
      </p:sp>
      <p:pic>
        <p:nvPicPr>
          <p:cNvPr id="4" name="Picture 3" descr="ex06_scorebo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7: Complete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CompleteAgent: Contains driver, monitor,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Configuration: Configurable as active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passive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Integration: Integrating all agent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Complete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./scripts/module4.sh --agents</a:t>
            </a:r>
          </a:p>
        </p:txBody>
      </p:sp>
      <p:pic>
        <p:nvPicPr>
          <p:cNvPr id="4" name="Picture 3" descr="ex07_ag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 and implement transaction classes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drivers for DUT stimulus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monitors for DUT observation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 sequencers and sequences for test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TLM for component communication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scoreboards for result checking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 complete agents with all components integrated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Apply UVM component patterns in testbenches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Modeling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Sequencer and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design and implement transaction classes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create drivers for DUT stimulus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implement monitors for DUT observation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build sequencers and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use TLM for component communication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create scoreboards for result checking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 complete UVM agents with driver, monitor,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module4/CHECKLIST.md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module4/EXAMPLES.md and run each lab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