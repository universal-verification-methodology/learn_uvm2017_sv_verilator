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module8/examples/clp/README.md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module8/examples/clp/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module8/examples/comparators/README.md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module8/examples/comparators/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module8/examples/recorders/README.md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module8/examples/recorders/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module8/examples/pools/README.md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module8/examples/pools/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module8/examples/queues/README.md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module8/examples/queues/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module8/examples/string_utils/README.md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module8/examples/string_utils/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module8/examples/math_utils/README.md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module8/examples/math_utils/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module8/examples/random_utils/README.md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module8/examples/random_utils/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module8/examples/integration/README.md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module8/examples/integration/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8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0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2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4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6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8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0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2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4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96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8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UVM Miscellaneous Utilities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UVM utility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UVM utility classes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UVM utility classes including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Command Line Processor, comparators, recorders, po…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Command Line Processor (CLP)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Command-line argument parsing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Plusarg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configuration from command line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 usage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Command Line Processor (CLP)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`uvm_cmdline_proc.get_arg_value()` for parsing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command-line arguments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via plusargs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mode and parameter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test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CLPTransaction: Transaction with data and address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CLPSequence: Sequence using CLP configuration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number of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Command Line Processor (CLP)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CLPDriver: Driver that processes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CLPAgent: Agent with driver, monitor, and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CLPEnv: Environment that uses CLP for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CLPTest: Test that parses command-line arguments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`static function bit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get_arg_value(string plusarg, ref string value);`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 Type: `bit` (1 = found, 0 = not found)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Command Line Processor (CLP)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Parse command-line plusargs and retrieve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 in `build_phase()` to configure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Plusarg Format: `+name=value` (e.g.,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`+test_mode=stress`)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Conversion: Use `sv_atoi()` or `$atoi()`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convert strings to integers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Always check return value, provide defaults 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not found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Parse in environment, pass to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Command Line Processor (CLP)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Set defaults in variable declarations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Use CLP-configured value for number of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Sequence receives configuration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Command-line argument parsing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`uvm_cmdline_proc`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Plusarg handling (`+test_mode`, `+debug_level`,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etc.)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configuration from command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Command Line Processor (CLP)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 usage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 Method: `get_arg_value(plusarg, value)` → bit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(found/not found)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Plusarg Format: `+name=value` (e.g.,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`+test_mode=stress`)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Conversion: Use `sv_atoi()` or `$atoi()`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integer conversion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Flow: Parse in environment → Pass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Command-line argument parsing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Command Line Processor (CLP)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Plusarg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configuration from command line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test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Comparators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Comparators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In-order comparator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Out-of-order comparator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Algorithmic comparator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Custom comparators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Comparators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Match/mismatch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Statistics and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Address-based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ComparatorTransaction: Transaction with data,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address, and timestamp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InOrderComparator: Sequential transaction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Comparators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OutOfOrderComparator: Address-based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ComparatorTest: Test demonstrating both comparator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multiple typed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Allows separate `write_expected()`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`write_actual()`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write_expected(T txn);` - Write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expected transaction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Comparators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write_actual(T txn);` - Write actual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compare_transactions();` - Compare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queued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Operations: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`push_back(item)` - Add to end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`pop_front()` - Remove from front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`size()` - Get queue size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Comparators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Sequential transaction comparison (FIFO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order)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Queue both streams, compare when both have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write_expected(T txn);` - Write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expected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write_actual(T txn);` - Write actual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compare_transactions();` - Compare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Comparators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 Operations: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`map[key] = value` - Store by key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`exists(key)` - Check if key exists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`delete(key)` - Remove key-value pair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`foreach (map[index])` - Iterate over all keys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Address-based transaction matching (out-of-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order)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Comparators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Store by address, match when both have same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In-order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Out-of-order transaction comparison using address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matching algorithms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 statistics and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Imp Declaration: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`uvm_analysis_imp_decl(suffix)` for multiple 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Comparators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Operations: `push_back()`, `pop_front()`,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`size()`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 Operations: `exists()`,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`delete()`, `foreach`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Pattern: Queue-based (in-order) vs. Map-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based (out-of-order)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In-order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Out-of-order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Match/mismatch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Comparators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Recorders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Recording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recording with timestamps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Recording formats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Playback capabilities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RecorderTransaction: Transaction with recording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Recorders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TransactionRecorder: Recorder that stores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RecorderTest: Test demonstrating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recording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do_record(uvm_recorder recorder);`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Record transaction fields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playback/analysis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Radix Types: UVM_HEX, UVM_DEC, UVM_BIN, UVM_OCT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Call `super.do_record()` first, then record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Recorders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void write(T txn);`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Record transaction with timestamp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Methods: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`copy(rhs)` - Deep copy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`$time` - Get simulation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`push_back(item)` - Add to 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Recorders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playback_transactions();`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Playback all recorded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Iteration: Use `foreach (queue[i])` to iterate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recording with timestamps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Recording formats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Recorders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Playback capabilities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do_record(): Record transaction fields with radix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record_field(): Record individual field with format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copy(): Deep copy transaction for recording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$time: Get current simulation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Operations: `push_back()`, `size()`, `foreach`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Recorders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recording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 storage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Playback functionality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Recording formats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Pools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Pooling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pooling to reduce allocation overhead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implementation with configurable size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usage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PoolTransaction: Transaction for pool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Pools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TransactionPool: Pool implementation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allocate/free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PoolTest: Test demonstrating object pooling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Pre-allocate pool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Create objects once, reuse multiple times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PoolTransaction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allocate();`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Allocate object from pool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Pools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Returns pooled object if available,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creates new if empty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Reduces allocation overhead by reusing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free(PoolTransaction txn);`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Return object to pool for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Adds to pool if space available, discards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if full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Reuse objects to reduce memory allocation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Pools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pooling to reduce allocation overhead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implementation with configurable size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usage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Operations: `allocate()` - Get object, `free()`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 Return object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Operations: `push_back()`, `pop_front()`,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`size()`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Pools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Efficiency: Reuse objects instead of creating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new ones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Size: Configurable maximum pool size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pool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allocation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deallocation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Queues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FIFO queue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queue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statistics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QueueTransaction: Transaction for queue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Queues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QueueManager: Queue manager with FIFO and priority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QueueTest: Test demonstrating queue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enqueue_fifo(T txn);` - Add to 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T dequeue_fifo();` - Remove from 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FIFO Pattern: `push_back()` to enqueue,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`pop_front()` to dequeue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Queues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First In, First Out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enqueue_priority(T txn);` - Add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priority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T dequeue_priority();` - Remove highest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priority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Pattern: Insert in priority order, dequeue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front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Methods: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Queues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`compare()` - Compare by priority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`insert(index, item)` - Insert at position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`pop_front()` - Remove highest priority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int compare(T rhs);`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Return: &gt;0 if higher priority, &lt;0 if lower, 0 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equal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Compare transactions for priority ordering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Queues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FIFO queue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queue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statistics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FIFO Operations: `push_back()` to enqueue,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`pop_front()` to dequeue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Operations: `insert()` to maintain order,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`pop_front()` to dequeue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Queues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Methods: `size()`, `push_back()`,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`pop_front()`, `insert()`, `foreach`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Comparison: Use `compare()` method for priority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ordering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FIFO queue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queue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String Utilities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Manipulation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conversion (hex, binary)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padding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Field extraction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StringUtils: Utility class for string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String Utilities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StringTest: Test demonstrating string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string int_to_hex(int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value, int width = 8);`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Convert integer to hexadecimal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Format: `%0h` - hex without padding, `%02h` 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2-digit hex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string int_to_bin(int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value, int width = 8);`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Convert integer to binary string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String Utilities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Format: `%0b` - binary without padding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string pad_string(string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str, int width, string pad_char = " ");`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Pad string to specified width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Methods: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`len()` - Get string length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`{str1, str2}` - String 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String Utilities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Prepend padding character until desired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width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format_transaction(string name, logic [7:0] data,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logic [15:0] 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Format transaction fields as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Specifiers: `%s` (string), `%02h` (2-digit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hex), `%04h` (4-digit hex)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extract_field(string formatted_str,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field_name);`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Extract field value from formatted string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String Utilities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Methods: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`find_substring(str, substr)` - Find substring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`getc(index)` - Get character at index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`substr(start, end)` - Extract substring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`len()` - Get string length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conversion (hex, binary)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String Utilities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padding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Field extraction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Methods: `len()`, `getc()`, `substr()`,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`find_substring()`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Concatenation: `{str1, str2}` operator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Specifiers: `%s` (string), `%h` (hex), `%b`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(binary), `%d` (decimal)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String Utilities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Manipulation: Padding, extraction,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conversion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padding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Field extraction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Math Utilities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Mathematical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Average calculation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Min/max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Standard deviation calculation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Value clamping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MathUtils: Utility class for mathematical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Math Utilities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MathTest: Test demonstrating math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real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calculate_average(int values[]);`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 Type: `real` (floating point)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Calculate average of array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`real'()` cast for floating-point division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int calculate_max(int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values[]);`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Math Utilities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Find maximum value in array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Initialize with first element, compare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int calculate_min(int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values[]);`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Find minimum value in array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Initialize with first element, compare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real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calculate_std_dev(int values[]);`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Math Utilities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Calculate standard deviation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Formula: sqrt(sum((x - mean)^2) / 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Functions: `$sqrt()` for square root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int clamp(int value, 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min_val, int max_val);`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Clamp value to range [min_val, max_val]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Returns value if in range, min if too low,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max if too high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Math Utilities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Average calculation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Min/max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Standard deviation calculation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Value clamping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Operations: `foreach`, `size()`, array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indexing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Casting: `real'(int)` for floating-point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Math Utilities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Math Functions: `$sqrt()` for square root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Statistical Functions: Average, min, max, standard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deviation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Average calculation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Min/max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Standard deviation calculation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Value clamping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Random Utilities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Number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range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bit vector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Weighted random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delay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RandomUtils: Utility class for random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Random Utilities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RandomTest: Test demonstrating random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int random_range(int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min_val, int max_val);`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integer in range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Function: `$urandom_range(max, min)` 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 range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Parameters are max, min (order matters)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logic [31:0]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random_bits(int width = 32);`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Random Utilities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bit vector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Function: `$urandom()` - random 32-bit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int weighted_random(int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weights[]);`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Select index based on weights (probability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distribution)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Algorithm: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Probability-based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Random Utilities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int random_delay(int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min_delay, int max_delay);`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delay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Variable timing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Constrain random values to valid ranges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 Syntax: `field inside {[min:max]};`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Ensure random values are valid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Random Utilities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range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bit vector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Weighted random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 random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Functions: `$urandom()` - 32-bit random,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`$urandom_range(max, min)` - range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Weighted Random: Probability-based selection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cumulative weights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Random Utilities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Constraints: `inside {[min:max]}` for value ranges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Patterns: Range generation, bit vectors,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weighted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range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bit vector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Weighted random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delay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Combining CLP, recorders, and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integration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Real-world utility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IntegrationTest: Test combining multiple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Combined utility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(2/25)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recording and queuing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Command-line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Use CLP for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Parse plusargs in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Record transactions with timestamps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Methods: `copy()`, `$time`, `push_back()`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(3/25)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Queue management for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Operations: `push_back()`, `pop_front()`,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`size()`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Combining CLP, recorders, and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integration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Real-world utility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Pattern: CLP → Recording → Queuing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(4/25)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Combination: Multiple utilities in single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Real-World Usage: Command-line config, recording,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queuing together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Combined utility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recording and queuing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Command-line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(5/25)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 Type: `bit` (1 = found, 0 = not found)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`plusarg`: Plusarg name (must start with `+`)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`value`: Variable to store value (passed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reference)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Parse command-line plusarg and retrieve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 in `build_phase()` to configure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(6/25)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Plusarg Format: `+name=value` (e.g.,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`+test_mode=stress`)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Declare typed analysis implementation 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Creates `uvm_analysis_imp_&lt;suffix&gt;`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Multiple analysis ports with different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`write()`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(7/25)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write_expected(T txn);`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write_actual(T txn);`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Write transactions to comparator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Connect analysis ports to comparator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Compare queued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In-Order Pattern: Compare from front of queues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(8/25)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Out-of-Order Pattern: Match by address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associative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Record transaction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Call `super.do_record()` first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Override in transaction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`name`: Field name (string)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(9/25)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`value`: Field value (any type)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`size`: Field size in bits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`radix`: Display format (UVM_HEX, UVM_DEC, UVM_BIN,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UVM_OCT)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Record individual field with format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Record all transaction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Deep copy transaction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(10/25)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Copies all fields to new object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Create independent copy for recording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 Type: Pool transaction object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Allocate object from pool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Returns pooled object if available,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creates new if empty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Get object from pool for reuse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(11/25)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Return object to pool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Adds to pool if space available, discards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if full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Return object for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Add transaction to FIFO 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Method: `push_back(txn)` - Add to end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Remove transaction from FIFO 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(12/25)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Method: `pop_front()` - Remove from front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Add transaction with priority ordering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Methods: `compare()`, `insert(index, item)` 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Maintain priority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Remove highest priority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Method: `pop_front()` - Remove from front (highest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priority)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Convert integer to hexadecimal string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(13/25)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Format: `$sformatf("%0h", value)`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Return: Hexadecimal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Convert integer to binary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Format: `$sformatf("%0b", value)`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Return: Binary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Pad string to specified width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(14/25)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Methods: `len()` - Get length, `{str1, str2}` 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Concatenate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Return: Padded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Format transaction as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Format: `$sformatf("%s: data=0x%02h, addr=0x%04h",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...)`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Return: Formatted transaction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Extract field value from formatted string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(15/25)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Methods: `find_substring()`, `getc()`, `substr()`,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`len()`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Return: Extracted field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 Type: `real` (floating point)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Calculate average of array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Formula: sum / count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`real'()` cast for floating-point division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(16/25)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Find maximum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Initialize with first, compare with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Find minimum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Initialize with first, compare with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Calculate standard deviation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Formula: sqrt(sum((x - mean)^2) /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(17/25)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Function: `$sqrt()` for square root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Clamp value to range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Returns value if in range, min if too low,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max if too high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integer in range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Built-in: `$urandom_range(max, min)` - random range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Note: Parameters are max, min (order matters)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(18/25)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bit vector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Built-in: `$urandom()` - 32-bit random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Select index based on weights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Algorithm: Cumulative weight distribution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Probability-based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delay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(19/25)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Variable timing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`push_back(item)`: Add to end of 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`pop_front()`: Remove and return first element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`size()`: Get queue size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`insert(index, item)`: Insert at position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`foreach (queue[i])`: Iterate over 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(20/25)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`map[key] = value`: Store by key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`exists(key)`: Check if key exists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`delete(key)`: Remove key-value pair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`foreach (map[index])`: Iterate over all keys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`num()`: Get number of entries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`len()`: Get string length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(21/25)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`getc(index)`: Get character at index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`substr(start, end)`: Extract substring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`{str1, str2}`: String concatenation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`$urandom()`: Generate random 32-bit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`$urandom_range(max, min)`: Generate random in range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`randomize()`: Randomize object fields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(22/25)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`$sqrt(value)`: Calculate square root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`$bits(expression)`: Get bit width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`$time`: Get current simulation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`real'(int_value)`: Convert integer to real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`int'(real_value)`: Convert real to integer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 Small: Frequent object creation/deletion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(23/25)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 Large: Unnecessary memory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Optimal: Match typical allocation pattern (e.g., 2x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average concurrent objects)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FIFO Queue: Use `size()` check before `pop_front()`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 avoid warnings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Queue: `insert()` has O(n) complexity 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consider heap for large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Arrays: `foreach` iteration - cache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results if frequently accessed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Concatenation: `{str1, str2}` creates new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string - minimize in loops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(24/25)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Substring Extraction: `substr()` creates new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 cache if reused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Character Access: `getc()` is O(1) - prefer over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substring for single characters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In-Order: O(1) per transaction if queues balanced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Out-of-Order: O(n) per transaction for `foreach`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iteration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Optimization: Use `num()` to check map size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iteration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Storage: Each recorded transaction uses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Integration (25/25)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Consideration: Limit recording to relevant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 or use sampling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8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./scripts/module8.sh --clp</a:t>
            </a:r>
          </a:p>
        </p:txBody>
      </p:sp>
      <p:pic>
        <p:nvPicPr>
          <p:cNvPr id="4" name="Picture 3" descr="module8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Command Line Processor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CLPTransaction: Transaction with data and address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CLPSequence: Sequence using CLP configuration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number of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CLPDriver: Driver that processes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Command Line Processor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./scripts/module8.sh --clp</a:t>
            </a:r>
          </a:p>
        </p:txBody>
      </p:sp>
      <p:pic>
        <p:nvPicPr>
          <p:cNvPr id="4" name="Picture 3" descr="ex01_c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Comparators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ComparatorTransaction: Transaction with data,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address, and timestamp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InOrderComparator: Sequential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OutOfOrderComparator: Address-based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Comparators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./scripts/module8.sh --comparators</a:t>
            </a:r>
          </a:p>
        </p:txBody>
      </p:sp>
      <p:pic>
        <p:nvPicPr>
          <p:cNvPr id="4" name="Picture 3" descr="ex02_compar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Recorders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RecorderTransaction: Transaction with recording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capabilities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TransactionRecorder: Recorder that stores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RecorderTest: Test demonstrating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recording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Recorders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./scripts/module8.sh --recorders</a:t>
            </a:r>
          </a:p>
        </p:txBody>
      </p:sp>
      <p:pic>
        <p:nvPicPr>
          <p:cNvPr id="4" name="Picture 3" descr="ex03_rec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Pools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PoolTransaction: Transaction for pool example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TransactionPool: Pool implementation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allocate/free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PoolTest: Test demonstrating object pooling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./scripts/module8.sh --pools</a:t>
            </a:r>
          </a:p>
        </p:txBody>
      </p:sp>
      <p:pic>
        <p:nvPicPr>
          <p:cNvPr id="4" name="Picture 3" descr="ex04_p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Queues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QueueTransaction: Transaction for queue example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QueueManager: Queue manager with FIFO and priority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QueueTest: Test demonstrating queue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Queues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./scripts/module8.sh --queues</a:t>
            </a:r>
          </a:p>
        </p:txBody>
      </p:sp>
      <p:pic>
        <p:nvPicPr>
          <p:cNvPr id="4" name="Picture 3" descr="ex05_que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6: String Utilities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StringUtils: Utility class for string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StringTest: Test demonstrating string utilities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String Utilities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./scripts/module8.sh --string-utils</a:t>
            </a:r>
          </a:p>
        </p:txBody>
      </p:sp>
      <p:pic>
        <p:nvPicPr>
          <p:cNvPr id="4" name="Picture 3" descr="ex06_string_ut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7: Math Utilities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MathUtils: Utility class for mathematical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MathTest: Test demonstrating math utilities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Math Utilities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./scripts/module8.sh --math-utils</a:t>
            </a:r>
          </a:p>
        </p:txBody>
      </p:sp>
      <p:pic>
        <p:nvPicPr>
          <p:cNvPr id="4" name="Picture 3" descr="ex07_math_ut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8: Random Utilities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RandomUtils: Utility class for random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RandomTest: Test demonstrating random utilities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Random Utilities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./scripts/module8.sh --random-utils</a:t>
            </a:r>
          </a:p>
        </p:txBody>
      </p:sp>
      <p:pic>
        <p:nvPicPr>
          <p:cNvPr id="4" name="Picture 3" descr="ex08_random_ut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9: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IntegrationTest: Test combining multiple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Combined utility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recording and queuing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./scripts/module8.sh --integration</a:t>
            </a:r>
          </a:p>
        </p:txBody>
      </p:sp>
      <p:pic>
        <p:nvPicPr>
          <p:cNvPr id="4" name="Picture 3" descr="ex09_inte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UVM utility classes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Parse command-line arguments using CLP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transactions using comparators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 and playback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pools and queues for memory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string, math, and random utilities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Integrate multiple utilities in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flexible and configurable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utility method signatures and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utility patterns in real-world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 Line Processor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Math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UVM utility classes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parse command-line arguments using CLP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compare transactions using comparators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record and playback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pools and queues for memory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apply string, math, and random utilities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UVM utility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module8/CHECKLIST.md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module8/EXAMPLES.md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