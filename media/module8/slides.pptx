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— execution and artifact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each path to files under module/examples/.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this order when tracing waveforms or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 — protocol/design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Execute from course root or example directory — see docs/MODULE8.md.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module8/examples/clp/README.md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module8/examples/clp/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module8/examples/comparators/README.md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module8/examples/comparators/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module8/examples/recorders/README.md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module8/examples/recorders/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module8/examples/pools/README.md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module8/examples/pools/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module8/examples/queues/README.md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module8/examples/queues/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module8/examples/string_utils/README.md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module8/examples/string_utils/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module8/examples/math_utils/README.md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module8/examples/math_utils/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module8/examples/random_utils/README.md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module8/examples/random_utils/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module8/examples/integration/README.md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module8/examples/integration/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MODULE8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3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5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9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7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3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5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9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8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Miscellaneous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utility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UVM utility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UVM utility classes including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Command Line Processor, comparators, recorders, po…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utility layer architecture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Utilities sit below agents/env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used by transactions,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scoreboards, tests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is singleton — query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`build_phase` or test `new()`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test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Comparators plug into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`do_compare` for field-tolerant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(`examples/integration/`) wires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multiple utilities in one TB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utility layer architecture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uvm_cmdline_processor: Parses +UVM_* and custom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 at startup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uvm_comparer / uvm_packer: Transaction compare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pack/unpack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uvm_recorder: Transaction recording for debug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uvm_pool / queues: Shared storage across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UVM utility layer architecture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String/math/random utils: Formatting, statistics,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RNG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Utility integration flow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1: CLP — Read +TESTNAME=,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+UVM_VERBOSITY=, seed plusargs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2: Random utils — Seed RNG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repeatable constrained-random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3: Transaction — pack/unpack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queues or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4: Recorder — Log high-value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to file for offline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debug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Utility integration flow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5: Report — Summarize comparer mismatches and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Module 8 example catalog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 example per utility family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(CLP, comparators, recorders,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pools, queues,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string/math/random)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`dut/dma/simple_dma.v` provides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lightweight RTL context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integration demo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`test_utilities_uvm.sv` shows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utilities inside a full UVM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structure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block diagram (reference)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DUT hierarchy and signal 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/ testbench diagram (reference)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8: stimulus, observation, and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Execution &amp; simulation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How the example runs (toolchain)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Makefile: Verilator + UVM_HOME compile RTL,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interface, and test_*.sv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phases: build → connect → run_test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(same pattern as Module 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→ driver → DUT → monitor → scoreboard (read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at end)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Typical command: make SIM=verilator TEST=test_* (see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module8 demo slide)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Loopback / hooks connect monitor observations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Artifact flow (spec → sim)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1: CLP — Read +TESTNAME=, +UVM_VERBOSITY=, seed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2: Random utils — Seed RNG for repeatable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constrained-random runs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3: Transaction — pack/unpack for scoreboard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4: Recorder — Log high-value transactions to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offline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Artifact flow (spec → sim)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5: Report — Summarize comparer mismatches and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directory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uvm_cmdline_processor: Parses +UVM_* and custom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plusargs at startup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uvm_comparer / uvm_packer: Transaction compare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pack/unpack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uvm_recorder: Transaction recording for debug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uvm_pool / queues: Shared storage across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String/math/random utils: Formatting, statistics,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RNG helpers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Directed test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parse args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configure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utility-backed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Utility-driven test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`+UVM_TESTNAME=`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`+UVM_VERBOSITY=` instead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hard-coded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custom plusargs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(`+NUM_TRANS=`, `+TIMEOUT=`) via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CLP getters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Seed control: plusarg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`uvm_random_utils` or `$urandom`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reproducible bugs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Recorders capture failing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 windows for post-sim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review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Debug and regression strategy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Enable comparer policy (ignore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certain fields) for noisy buses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Pools share counters/statistics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between monitor and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without globals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Regression: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`./scripts/module8.sh --all-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examples --uvm-tests`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`./scripts/module8.sh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--integration` validates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combined utility usage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Debug and regression strategy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Closure: utility self-tests PASS + integration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report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Protocol &amp; design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8.1: Command Line Processor (`module8/examples/clp/cl…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CLPTransaction: Transaction with data and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CLPSequence: Sequence using CLP configuration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number of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CLPDriver: Driver that processes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CLPAgent: Agent with driver, monitor, and sequencer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8.1: Command Line Processor (`module8/examples/clp/cl…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CLPEnv: Environment that uses CLP for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CLPTest: Test that parses command-line arguments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`static function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get_arg_value(string plusarg, ref string value);`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found, 0 = not found)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8.2: Comparators (`module8/examples/comparators/compa…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ComparatorTransaction: Transaction with data,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address, and timestamp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InOrderComparator: Sequential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OutOfOrderComparator: Address-based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ComparatorTest: Test demonstrating both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8.2: Comparators (`module8/examples/comparators/compa…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multiple typed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Allows separate `write_expected()`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`write_actual()`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write_expected(T txn);` -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8.3: Recorders (`module8/examples/recorders/recorders…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RecorderTransaction: Transaction with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capabilities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TransactionRecorder: Recorder that stores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RecorderTest: Test demonstrating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do_record(uvm_recorder recorder);`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8.3: Recorders (`module8/examples/recorders/recorders…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 fields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playback/analysis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Radix Types: UVM_HEX, UVM_DEC, UVM_BIN, UVM_OCT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 `super.do_record()` first, then record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 write(T txn);`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8.4: Pools (`module8/examples/pools/pools.sv`)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PoolTransaction: Transaction for pool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TransactionPool: Pool implementation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allocate/free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PoolTest: Test demonstrating object pooling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Pre-allocate pool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8.4: Pools (`module8/examples/pools/pools.sv`)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Create objects once, reuse multiple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PoolTransaction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allocate();`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Allocate object from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pooled object if available,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creates new if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8.5: Queues (`module8/examples/queues/queues.sv`)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QueueTransaction: Transaction for queue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QueueManager: Queue manager with FIFO and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QueueTest: Test demonstrating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8.5: Queues (`module8/examples/queues/queues.sv`)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enqueue_fifo(T txn);` - Add to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T dequeue_fifo();` - Remove from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Pattern: `push_back()` to enqueue,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`pop_front()` to dequeue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First In, First Out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8.6: String Utilities (`module8/examples/string_utils…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StringUtils: Utility class for string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StringTest: Test demonstrating string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 int_to_hex(int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value, int width = 8);`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hexadecimal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8.6: String Utilities (`module8/examples/string_utils…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`%0h` - hex without padding, `%02h`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2-digit hex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 int_to_bin(int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value, int width = 8);`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binary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`%0b` - binary without padding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8.7: Math Utilities (`module8/examples/math_utils/mat…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MathUtils: Utility class for mathematical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MathTest: Test demonstrating math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calculate_average(int values[]);`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`real` (floating point)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8.7: Math Utilities (`module8/examples/math_utils/mat…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average of array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`real'()` cast for floating-point division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calculate_max(int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values[]);`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maximum value in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8.8: Random Utilities (`module8/examples/random_utils…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RandomUtils: Utility class for random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RandomTest: Test demonstrating random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random_range(int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min_val, int max_val);`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integer in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8.8: Random Utilities (`module8/examples/random_utils…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Function: `$urandom_range(max, min)`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Parameters are max, min (order matters)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logic [31:0]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random_bits(int width = 32);`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bit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8.9: Integration (`module8/examples/integration/integ…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IntegrationTest: Test combining multiple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Combined utility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and queuing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Example 8.9: Integration (`module8/examples/integration/integ…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Use CLP for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Parse plusargs in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transactions with timestamps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Methods: `copy()`, `$time`, `push_back()`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get_arg_value()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found, 0 = not found)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`plusarg`: Plusarg name (must start with `+`)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`value`: Variable to store value (passed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get_arg_value()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Parse command-line plusarg and retrieve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in `build_phase()` to configure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Format: `+name=value`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`+test_mode=stress`)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Analysis Imp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Declare typed analysis implementation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Creates `uvm_analysis_imp_&lt;suffix&gt;`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Multiple analysis ports with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write_expected() and write_actual()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write_expected(T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write_actual(T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Write transactions to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Connect analysis ports to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compare_transactions()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Compare queued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Pattern: Compare from front of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 Pattern: Match by address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associative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do_record()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 `super.do_record()`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Override in transaction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record_field()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`name`: Field name (string)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`value`: Field value (any type)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`size`: Field size in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record_field()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`radix`: Display format (UVM_HEX, UVM_DEC, UVM_BIN,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UVM_OCT)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individual field with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Record all transaction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copy()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Deep copy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Copies all fields to new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Create independent copy for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allocate()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Pool transaction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Allocate object from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pooled object if available,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creates new if empty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Get object from pool for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free()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Return object to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Adds to pool if space available, discards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 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Return object for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FIFO Queue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transaction to FIFO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`push_back(txn)` - Add to end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Remove transaction from FIFO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`pop_front()` - Remove from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Priority Queue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transaction with priority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`compare()`, `insert(index, item)`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 priority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Remove highest priority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`pop_front()` - Remove from front (highest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int_to_hex()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hexadecimal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`$sformatf("%0h", value)`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Hexadecimal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int_to_bin()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binary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`$sformatf("%0b", value)`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Binary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pad_string()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Pad string to specified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`len()` - Get length, `{str1, str2}`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Concatenate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Padded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format_transaction()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Format transaction as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`$sformatf("%s: data=0x%02h, addr=0x%04h",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...)`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Formatted transaction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extract_field()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Extract field value from formatted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`find_substring()`, `getc()`, `substr()`,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`len()`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Extracted field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calculate_average()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`real` (floating point)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average of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Formula: sum /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`real'()` cast for floating-point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calculate_max()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maximum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first, compare with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calculate_min()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minimum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first, compare with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calculate_std_dev()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standard deviation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Formula: sqrt(sum((x - mean)^2) / 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Function: `$sqrt()` for square 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clamp()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Clamp value to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value if in range, min if too 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max if too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random_range()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integer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Built-in: `$urandom_range(max, min)` - random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Parameters are max, min (order matters)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random_bits()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bit vector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Built-in: `$urandom()` - 32-bit random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weighted_random()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Select index based on weights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Algorithm: Cumulative weight distribution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Probability-based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random_delay()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delay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Variable timing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Queue Operations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`push_back(item)`: Add to end of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`pop_front()`: Remove and return first element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`size()`: Get queue size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`insert(index, item)`: Insert at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Queue Operations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 (queue[i])`: Iterate over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Associative Array Operations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`map[key] = value`: Store by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`exists(key)`: Check if key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`delete(key)`: Remove key-value pair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 (map[index])`: Iterate over all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Associative Array Operations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`num()`: Get number of entries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String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`len()`: Get string length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`getc(index)`: Get character at index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`substr(start, end)`: Extract substring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`{str1, str2}`: String concatenation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Random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`$urandom()`: Generate random 32-bit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`$urandom_range(max, min)`: Generate random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`randomize()`: Randomize object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Math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`$sqrt(value)`: Calculate square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`$bits(expression)`: Get bit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`$time`: Get current simulation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Type Casting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`real'(int_value)`: Convert integer to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`int'(real_value)`: Convert real to integer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 Small: Frequent object creation/deletion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overhead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 Large: Unnecessary memory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Detail: Type Casting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Optimal: Match typical allocation pattern (e.g., 2x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average concurrent objects)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Queue: Use `size()` check before `pop_front()`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avoid warnings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Queue: `insert()` has O(n) complexity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consider heap for large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Arrays: `foreach` iteration - cache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results if frequently accessed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flow (reference)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Stimulus, DUT response, and check points for this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argument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configuration from command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`uvm_cmdline_proc.get_arg_value()` for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command-line arguments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via plusargs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mode and parameter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test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CLPTransaction: Transaction with data and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CLPSequence: Sequence using CLP configuration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number of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CLPDriver: Driver that processes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CLPAgent: Agent with driver, monitor, and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CLPEnv: Environment that uses CLP for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CLPTest: Test that parses command-line arguments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`static function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get_arg_value(string plusarg, ref string value);`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found, 0 = not found)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Parse command-line plusargs and retrieve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in `build_phase()` to configure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Format: `+name=value`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`+test_mode=stress`)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Conversion: Use `sv_atoi()` or `$atoi()`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convert strings to integers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Always check return value, provide defaults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not found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Parse in environment, pass to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Set defaults in variable declarations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Use CLP-configured value for number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Sequence receives configuration from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argument parsing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`uvm_cmdline_proc`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handling (`+test_mode`, `+debug_level`,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etc.)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configuration from command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 Method: `get_arg_value(plusarg, value)` → 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(found/not found)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Format: `+name=value`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`+test_mode=stress`)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Conversion: Use `sv_atoi()` or `$atoi()`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integer conversion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Flow: Parse in environment → Pass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argument parsing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Command Line Processor (CLP)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handling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configuration from command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Dynamic test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(1/9)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Algorithmic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(2/9)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Match/mismatch tracking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Statistics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Address-based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ComparatorTransaction: Transaction with data,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address, and timestamp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InOrderComparator: Sequential transaction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(3/9)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OutOfOrderComparator: Address-based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ComparatorTest: Test demonstrating both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Create multiple typed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Allows separate `write_expected()`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`write_actual()`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write_expected(T txn);` -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(4/9)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write_actual(T txn);` - Write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compare_transactions();` - Compare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`push_back(item)` - Add to end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`pop_front()` - Remove from front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`size()` - Get queue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(5/9)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Sequential transaction comparison (FIFO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Queue both streams, compare when both have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write_expected(T txn);` - Write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expected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write_actual(T txn);` - Write actual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compare_transactions();` - Compare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(6/9)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Operations: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`map[key] = value` - Store by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 - Check if key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`delete(key)` - Remove key-value pair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 (map[index])` - Iterate over all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Address-based transaction matching (out-of-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(7/9)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Store by address, match when both have same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 transaction comparison using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matching algorithms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statistics and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Imp Declaration: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`uvm_analysis_imp_decl(suffix)` for multiple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(8/9)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Operations: `push_back()`, `pop_front()`,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`size()`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 Operations: `exists()`,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`delete()`, `foreach`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Pattern: Queue-based (in-order) vs. Map-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based (out-of-order)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Match/mismatch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Comparators (9/9)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with timestamps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formats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Playback capabilities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RecorderTransaction: Transaction with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TransactionRecorder: Recorder that stores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RecorderTest: Test demonstrating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do_record(uvm_recorder recorder);`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 fields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playback/analysis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Radix Types: UVM_HEX, UVM_DEC, UVM_BIN, UVM_OCT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 `super.do_record()` first, then record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 write(T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 with timestamp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Methods: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`copy(rhs)` - Deep copy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`$time` - Get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`push_back(item)` - Add to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playback_transactions();`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Playback all recorded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Iteration: Use `foreach (queue[i])` to iterate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with timestamps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Playback capabilities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do_record(): Record transaction fields with radix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record_field(): Record individual field with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copy(): Deep copy transaction for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$time: Get current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Operations: `push_back()`, `size()`, `foreach`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Recorders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 storage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Playback functionality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Recording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Pools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pooling to reduce allocation overhead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implementation with configurable size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PoolTransaction: Transaction for pool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Pools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TransactionPool: Pool implementation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allocate/free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PoolTest: Test demonstrating object pooling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Pre-allocate pool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Create objects once, reuse multiple times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PoolTransaction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allocate();`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Allocate object from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Pools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pooled object if available,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creates new if empty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Reduces allocation overhead by reusing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void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free(PoolTransaction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Return object to pool for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Adds to pool if space available, discards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 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Reuse objects to reduce memory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Pools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pooling to reduce allocation overhead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implementation with configurable size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usage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Operations: `allocate()` - Get object, `free()`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 Return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Operations: `push_back()`, `pop_front()`,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`size()`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Pools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Memory Efficiency: Reuse objects instead of creating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new ones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Size: Configurable maximum pool size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pool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deallocation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queue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statistics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QueueTransaction: Transaction for queue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QueueManager: Queue manager with FIFO and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QueueTest: Test demonstrating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enqueue_fifo(T txn);` - Add to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T dequeue_fifo();` - Remove from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Pattern: `push_back()` to enqueue,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`pop_front()` to dequeue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First In, First Out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enqueue_priority(T txn);` - Add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T dequeue_priority();` - Remove highest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Pattern: Insert in priority order, dequeue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front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Methods: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`compare()` - Compare by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`insert(index, item)` - Insert at position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`pop_front()` - Remove highest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compare(T rhs);`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&gt;0 if higher priority, &lt;0 if lower, 0 if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equal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Compare transactions for priority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queue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statistics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Operations: `push_back()` to enqueue,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`pop_front()` to dequeue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Operations: `insert()` to maintain order,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`pop_front()` to dequeue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Queues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Methods: `size()`, `push_back()`,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`pop_front()`, `insert()`, `foreach`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Comparison: Use `compare()` method for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queue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(1/7)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Manipulation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 (hex, binary)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padding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extraction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StringUtils: Utility class for string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(2/7)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StringTest: Test demonstrating string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 int_to_hex(int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value, int width = 8);`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hexadecimal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`%0h` - hex without padding, `%02h`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2-digit hex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 int_to_bin(int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value, int width = 8);`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binary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(3/7)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`%0b` - binary without padding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 pad_string(string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str, int width, string pad_char = " ");`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Pad string to specified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Methods: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`len()` - Get string length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`{str1, str2}` - String concatenation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(4/7)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Prepend padding character until desired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format_transaction(string name, logic [7:0] data,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logic [15:0]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Format transaction fields as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Specifiers: `%s` (string), `%02h` (2-digit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hex), `%04h` (4-digit hex)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extract_field(string formatted_str,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field_name);`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Extract field value from formatted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(5/7)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Methods: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`find_substring(str, substr)` - Find substring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`getc(index)` - Get character at index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`substr(start, end)` - Extract substring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`len()` - Get string length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 (hex, binary)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(6/7)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padding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extraction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Methods: `len()`, `getc()`, `substr()`,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`find_substring()`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Concatenation: `{str1, str2}` operator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 Specifiers: `%s` (string), `%h` (hex), `%b`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(binary), `%d` (decimal)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String Utilities (7/7)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Manipulation: Padding, extraction,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conversion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padding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Field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Mathematical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Average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Min/max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deviation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clamping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MathUtils: Utility class for mathematical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MathTest: Test demonstrating math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calculate_average(int values[]);`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`real` (floating point)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average of array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`real'()` cast for floating-point division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calculate_max(int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values[]);`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maximum value in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 element, compare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calculate_min(int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values[]);`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minimum value in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 element, compare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calculate_std_dev(int values[]);`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standard deviation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Formula: sqrt(sum((x - mean)^2) / 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Functions: `$sqrt()` for square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clamp(int value, 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min_val, int max_val);`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Clamp value to range [min_val, max_val]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value if in range, min if too 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max if too 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Average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Min/max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deviation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clamping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Operations: `foreach`, `size()`,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indexing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Casting: `real'(int)` for floating-point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Math Utilities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Functions: `$sqrt()` for square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Statistical Functions: Average, min, max, standard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deviation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Average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Min/max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deviation calculation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Value clamping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Number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range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bit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Weighted random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delay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RandomUtils: Utility class for random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RandomTest: Test demonstrating random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random_range(int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min_val, int max_val);`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integer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Function: `$urandom_range(max, min)`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Parameters are max, min (order matters)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logic [31:0]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random_bits(int width = 32);`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bit vector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 Function: `$urandom()` - random 32-bit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weighted_random(int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weights[]);`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Select index based on weights (probability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distribution)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Algorithm: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Probability-based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 Signature: `function int random_delay(int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min_delay, int max_delay);`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delay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Variable timing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Constrain random values to valid ranges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 Syntax: `field inside {[min:max]};`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Ensure random values are valid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range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bit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Weighted random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Constrained random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Functions: `$urandom()` - 32-bit random,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`$urandom_range(max, min)` -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Weighted Random: Probability-based selection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cumulative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Random Utilities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Constraints: `inside {[min:max]}` for value ranges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Patterns: Range generation, bit vectors,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weighted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range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bit vector generation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Weighted random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delay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Combining CLP, recorders, and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integration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Real-world utility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IntegrationTest: Test combining multiple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Combined utility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and queuing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Use CLP for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Parse plusargs in `build_phase()`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transactions with timestamps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Methods: `copy()`, `$time`, `push_back()`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(3/31)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Queue management for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 Operations: `push_back()`, `pop_front()`,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`size()`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Combining CLP, recorders, and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integration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Real-world utility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Pattern: CLP → Recording → Queuing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(4/31)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Utility Combination: Multiple utilities in single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Real-World Usage: Command-line config, recording,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queuing together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Combined utility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and queuing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(5/31)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`bit` (1 = found, 0 = not found)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`plusarg`: Plusarg name (must start with `+`)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`value`: Variable to store value (passed by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Parse command-line plusarg and retrieve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Call in `build_phase()` to configure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(6/31)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Plusarg Format: `+name=value` (e.g.,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`+test_mode=stress`)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Declare typed analysis implementation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Creates `uvm_analysis_imp_&lt;suffix&gt;` type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Multiple analysis ports with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`write()`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(7/31)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write_expected(T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`function void write_actual(T txn);`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Write transactions to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Connect analysis ports to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implementations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Compare queued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 Pattern: Compare from front of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(8/31)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 Pattern: Match by address using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associative arrays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Call `super.do_record()`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Override in transaction class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Parameters: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`name`: Field name (string)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(9/31)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`value`: Field value (any type)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`size`: Field size in bits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`radix`: Display format (UVM_HEX, UVM_DEC, UVM_BIN,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UVM_OCT)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Record individual field with format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Record all transaction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Deep copy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(10/31)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Copies all fields to new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Create independent copy for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Pool transaction object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Allocate object from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pooled object if available,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creates new if empty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Get object from pool for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(11/31)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Return object to pool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Adds to pool if space available, discards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 full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Return object for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transaction to FIFO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`push_back(txn)` - Add to end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Remove transaction from FIFO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(12/31)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`pop_front()` - Remove from front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Add transaction with priority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`compare()`, `insert(index, item)`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Maintain priority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Remove highest priority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Method: `pop_front()` - Remove from front (highest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hexadecimal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(13/31)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`$sformatf("%0h", value)`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Hexadecimal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Convert integer to binary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`$sformatf("%0b", value)`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Binary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Pad string to specified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(14/31)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`len()` - Get length, `{str1, str2}`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Concatenate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Padded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Format transaction as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Format: `$sformatf("%s: data=0x%02h, addr=0x%04h",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...)`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Formatted transaction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Extract field value from formatted string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(15/31)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Methods: `find_substring()`, `getc()`, `substr()`,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`len()`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Return: Extracted field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Return Type: `real` (floating point)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average of array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Formula: sum / count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Key: Use `real'()` cast for floating-point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(16/31)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maximum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first, compare with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Find minimum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Pattern: Initialize with first, compare with 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Calculate standard deviation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Formula: sqrt(sum((x - mean)^2) /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(17/31)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Function: `$sqrt()` for square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Clamp value to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Behavior: Returns value if in range, min if too low,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max if too high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integer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Built-in: `$urandom_range(max, min)` - random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Note: Parameters are max, min (order matters)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(18/31)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bit vector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Built-in: `$urandom()` - 32-bit random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Select index based on weights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Algorithm: Cumulative weight distribution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Probability-based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Purpose: Generate random delay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(19/31)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Usage: Variable timing delays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`push_back(item)`: Add to end of queue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`pop_front()`: Remove and return first element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`size()`: Get queue size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`insert(index, item)`: Insert at position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 (queue[i])`: Iterate over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(20/31)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`map[key] = value`: Store by key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`exists(key)`: Check if key exists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`delete(key)`: Remove key-value pair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`foreach (map[index])`: Iterate over all keys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`num()`: Get number of entries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`len()`: Get string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(21/31)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`getc(index)`: Get character at index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`substr(start, end)`: Extract substring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`{str1, str2}`: String concatenation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`$urandom()`: Generate random 32-bit value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`$urandom_range(max, min)`: Generate random in range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`randomize()`: Randomize object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(22/31)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`$sqrt(value)`: Calculate square root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`$bits(expression)`: Get bit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`$time`: Get current simulation time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`real'(int_value)`: Convert integer to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`int'(real_value)`: Convert real to integer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 Small: Frequent object creation/deletion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(23/31)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Too Large: Unnecessary memory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Optimal: Match typical allocation pattern (e.g., 2x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average concurrent objects)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FIFO Queue: Use `size()` check before `pop_front()`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avoid warnings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Priority Queue: `insert()` has O(n) complexity 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consider heap for large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Associative Arrays: `foreach` iteration - cache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results if frequently accessed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Concatenation: `{str1, str2}` creates new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string - minimize in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(24/31)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Substring Extraction: `substr()` creates new string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 cache if reused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Character Access: `getc()` is O(1) - prefer over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substring for single characters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In-Order: O(1) per transaction if queues balanced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Out-of-Order: O(n) per transaction for `foreach`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Optimization: Use `num()` to check map size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iteration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Storage: Each recorded transaction uses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(25/31)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Consideration: Limit recording to relevant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 or use sampling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Configuration uses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return value, provide defaults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`if (uvm_cmdline_proc.get_arg_value("+arg",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str_val)) value = sv_atoi(str_val);`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Transactions never arrive in both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analysis port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(26/31)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Verify `expected_port.connect()`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`actual_port.connect()`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Pool runs out of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Increase pool size or check free()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`pool_size = 20;` or ensure all objects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freed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Transactions not in priority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compare() method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(27/31)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`if (prio &gt; rhs.prio) return 1;` (higher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 = higher value)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Field not extracted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string format and field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Verify format matches expected pattern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Average calculation truncates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`real'()` cast for floating-point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(28/31)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`return sum / real'(values.size());`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`$urandom_range()` returns wrong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Parameters are max, min (not min, max)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`$urandom_range(max_val, min_val)`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`$urandom_range(min_val, max_val)`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Plusarg format (`+name=value`)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Call `get_arg_value()` in `build_phase()`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(29/31)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Check return value (1 = found, 0 = not found)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Debug: Print all plusargs using `get_plusargs()`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Verify plusargs passed correctly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command line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Analysis port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Both `write_expected()` and `write_actual()`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called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Queue sizes (`expected_queue.size()`,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`actual_queue.size()`)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(30/31)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Pool size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All objects freed with `free()`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Pool initialization (`initialize_pool()`)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`compare()` method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Priority values (higher = higher priority)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`insert()` position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Integration (31/31)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String length (`len()`)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Character access (`getc()`)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Substring bounds (`substr(start, end)`)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Type casting (`real'()` for division)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Array initialization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Function return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8.1: Command Line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--clp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cd module8/examples/clp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make SIM=verilator TEST=clp_top EXTRA_ARGS="+test_mode=stress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+num_transactions=20"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8.2: Comparators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--comparators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8.3: Recorders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--recorders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8.4: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--pools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8.5: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8.6: String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--string-utils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8.7: Math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--math-utils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8.8: Random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--random-utils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Run: Example 8.9: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./scripts/module8.sh --integration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8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--help</a:t>
            </a:r>
          </a:p>
        </p:txBody>
      </p:sp>
      <p:pic>
        <p:nvPicPr>
          <p:cNvPr id="4" name="Picture 3" descr="module8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Command Line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CLPTransaction: Transaction with data and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fields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CLPSequence: Sequence using CLP configuration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number of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CLPDriver: Driver that processes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CLPAgent: Agent with driver, monitor, and sequencer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CLPEnv: Environment that uses CLP for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Command Line Processor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--clp</a:t>
            </a:r>
          </a:p>
        </p:txBody>
      </p:sp>
      <p:pic>
        <p:nvPicPr>
          <p:cNvPr id="4" name="Picture 3" descr="ex01_c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2: Comparators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ComparatorTransaction: Transaction with data,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address, and timestamp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InOrderComparator: Sequential transaction comparison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OutOfOrderComparator: Address-based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ComparatorTest: Test demonstrating both comparator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Comparators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--comparators</a:t>
            </a:r>
          </a:p>
        </p:txBody>
      </p:sp>
      <p:pic>
        <p:nvPicPr>
          <p:cNvPr id="4" name="Picture 3" descr="ex02_compa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3: Recorders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RecorderTransaction: Transaction with recording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capabilities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TransactionRecorder: Recorder that stores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RecorderTest: Test demonstrating transaction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Recorders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--recorders</a:t>
            </a:r>
          </a:p>
        </p:txBody>
      </p:sp>
      <p:pic>
        <p:nvPicPr>
          <p:cNvPr id="4" name="Picture 3" descr="ex03_rec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4: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PoolTransaction: Transaction for pool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TransactionPool: Pool implementation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allocate/free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PoolTest: Test demonstrating object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--pools</a:t>
            </a:r>
          </a:p>
        </p:txBody>
      </p:sp>
      <p:pic>
        <p:nvPicPr>
          <p:cNvPr id="4" name="Picture 3" descr="ex04_p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5: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QueueTransaction: Transaction for queue example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QueueManager: Queue manager with FIFO and priority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QueueTest: Test demonstrating queue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--queues</a:t>
            </a:r>
          </a:p>
        </p:txBody>
      </p:sp>
      <p:pic>
        <p:nvPicPr>
          <p:cNvPr id="4" name="Picture 3" descr="ex05_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6: String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StringUtils: Utility class for string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StringTest: Test demonstrating string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String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--string-utils</a:t>
            </a:r>
          </a:p>
        </p:txBody>
      </p:sp>
      <p:pic>
        <p:nvPicPr>
          <p:cNvPr id="4" name="Picture 3" descr="ex06_string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7: Math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MathUtils: Utility class for mathematical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MathTest: Test demonstrating math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Math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--math-utils</a:t>
            </a:r>
          </a:p>
        </p:txBody>
      </p:sp>
      <p:pic>
        <p:nvPicPr>
          <p:cNvPr id="4" name="Picture 3" descr="ex07_math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8: Random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RandomUtils: Utility class for random operations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RandomTest: Test demonstrating random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Random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--random-utils</a:t>
            </a:r>
          </a:p>
        </p:txBody>
      </p:sp>
      <p:pic>
        <p:nvPicPr>
          <p:cNvPr id="4" name="Picture 3" descr="ex08_random_ut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9: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IntegrationTest: Test combining multiple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Combined utility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 and queuing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Command-line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./scripts/module8.sh --integration</a:t>
            </a:r>
          </a:p>
        </p:txBody>
      </p:sp>
      <p:pic>
        <p:nvPicPr>
          <p:cNvPr id="4" name="Picture 3" descr="ex09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CLP Plusarg Not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Configuration uses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return value, provide defaults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`if (uvm_cmdline_proc.get_arg_value("+arg",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str_val)) value = sv_atoi(str_val);`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Comparator Queues Never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Transactions never arrive in both queues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analysis port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Verify `expected_port.connect()`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`actual_port.connect()`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Pool Exhaustion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Pool runs out of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Increase pool size or check free() calls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`pool_size = 20;` or ensure all objects are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Priority Queue Wrong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Transactions not in priority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compare() method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`if (prio &gt; rhs.prio) return 1;` (higher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priority = higher value)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String Extraction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Field not extracted correctly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Check string format and field name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Verify format matches expected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Math Division Truncation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Problem: Average calculation truncates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Solution: Use `real'()` cast for floating-point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division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Code: `return sum / real'(values.size());`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UVM utility classes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Parse command-line arguments using CLP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Compare transactions using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 and playback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pools and queues for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string, math, and random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Integrate multiple utilities 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flexible and configurable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utility method signatures and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utility patterns in real-world testbenches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Command Line Processor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Recorders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Math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Random Utilities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UVM utility classes effectively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parse command-line arguments using CLP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compare transactions using comparators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record and playback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pools and queues for memory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apply string, math, and random utilities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utility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module8/CHECKLIST.md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module8/EXAMPLES.md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learn_uvm2017_sv_verilator / Module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