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0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Installation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up development environment and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Set up development environment and verify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the complete setup of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environment, including all required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Operating System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(Ubuntu/Debian, CentOS/RHEL, Fedora)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(Intel and Apple Silicon)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 (WSL2 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Hardware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Minimum 8GB RAM (16GB+ 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10GB free disk space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Multi-core processor recommended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Software Prerequisites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C/C++ compiler (GCC 7+, Clang 10+, or MSVC)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 or Ninja build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Perl (for UVM library)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Verilator Installation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Verilator?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compilation and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 (see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section)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Verilator Installation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Checks for existing installations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system dependencies (build tools,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libraries)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Sets up git submodule in `tools/verilator/`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Builds and installs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Verilator Installation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Ubuntu/Debian: `sudo apt-get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CentOS/RHEL: `sudo yum install verilator` or `sudo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dnf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Fedora: `sudo dnf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(latest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Verilator Installation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Homebrew installation: `brew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MacPorts installation (alternative)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Windows/WSL2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in WSL2 Ubuntu: `sudo apt-get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Verilator Installation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in WSL2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Verifying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Verilator version: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simple Verilator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Verilator Installation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compilation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Library Installation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UVM?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Universal Verification Methodology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1800.2-2017 standard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Industry-standard verification framework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Library Installation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Downloads Accellera UVM 2017-1.0 tarball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`tools/uvm-2017/`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Extracts and sets up UVM library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Creates environment setup script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(`scripts/setup_uvm_env.sh`)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Configures UVM library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Library Installation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From Accellera Tarball: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From System Package (if available):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Some Linux distributions provide UVM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your distribution's package manager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Library Installation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`UVM_HOME`: Path to UVM library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`UVM_VERBOSITY`: Default verbosity 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paths for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UVM library exists: `ls $UVM_HOME/uvm_pkg.sv`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(after sourcing `scripts/setup_uvm_env.sh`)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Compile simple UVM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Library Installation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UVM classes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Commercial Simulator Setup (Optional)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Synopsys VCS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from Synopsys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License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library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Mentor QuestaSim/ModelSim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from Siemens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Commercial Simulator Setup (Optional)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License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library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Cadence Xcelium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from Cadence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License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library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Makefile for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flags: `-sv`, `--timing`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paths: `+incdir+$UVM_HOME` (UVM_HOME already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points to the src directory)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Commercial Simulator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scripts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Recommended 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 with SystemVerilog extension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Verible (SystemVerilog linter/formatter)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Sigasi Studio (commercial)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Vim/Neovim with LSP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extension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runner setup for simulations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Extension recommendations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Editor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formatting (Verible)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Linting (Verilator, Verible)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formatting on save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highlighting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Source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(Design Under Test)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`tools/` directory for tools (Verilator as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submodule, UVM as tarball)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Submodules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is managed as a git submodule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`tools/verilator/`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is downloaded as a tarball to `tools/uvm-2017/`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(not a git submodule)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Initialize submodules: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`./scripts/init_submodules.sh` or `git submodule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update --init --recursive`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Update submodules: `./scripts/update_submodules.sh`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`git submodule update --remote`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new submodule: `./scripts/add_submodule.sh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&lt;repo_url&gt; &lt;path&gt;`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Remove submodule: `./scripts/remove_submodule.sh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&lt;path&gt;`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Makefile/Configuration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Makefile for running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.gitignore for SystemVerilog and simulation (include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 artifacts, waveforms)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commit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submodules in `.gitmodules` file (only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Verilator, not UVM)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Prerequisites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Ensure all tools are installed: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`./scripts/installation.sh`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tools are accessible: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`ls $UVM_HOME/uvm_pkg.sv` (after sourcing `s…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DUT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Verilog module (e.g., AND gate)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testbench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SystemVerilog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and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the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UVM test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UVM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UVM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Verilator Limitations and Workarounds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Known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Some UVM classes may not 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TLM connections may fail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Full assertion support limited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Workarounds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Verilator Limitations and Workarounds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simplified patterns where possible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commercial alternatives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Focus on concepts over tool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Commercial Simulator Alternatives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Verilator doesn't support a feature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to adapt examples for commercial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Verilator Limitations and Workarounds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Compatibility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Troubleshooting Common Issues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syntax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Troubleshooting Common Issues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Library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System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Troubleshooting Common Issues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 problems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syntax highlighting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resolution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Troubleshooting Common Issues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not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Verification Checklist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C/C++ compiler installed and working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`./scripts/install_verilator.sh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--from-submodule`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library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`./scripts/installation.sh` (UVM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installed automatically)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Verification Checklist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`ls $UVM_HOME/uvm_pkg.sv` (after sourcing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`scripts/setup_uvm_env.sh`)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tools verified together: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`./scripts/installation.sh` and verify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`verilator --version`…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configured and working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 runs successfully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and run simple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basic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Verification Checklist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Know how to get help when stuck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Verilator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0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./scripts/module0.sh --check</a:t>
            </a:r>
          </a:p>
        </p:txBody>
      </p:sp>
      <p:pic>
        <p:nvPicPr>
          <p:cNvPr id="4" name="Picture 3" descr="module0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install all required tools independently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set up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Verilator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UVM library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configure IDE for verification 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and run a simple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up development environment and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module0/CHECKLIST.md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./scripts/module0.sh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