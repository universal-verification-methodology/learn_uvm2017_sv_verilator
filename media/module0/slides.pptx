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these steps in order when working through this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module0/examples/install/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module0/examples/project/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module0/examples/install-full/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module0/examples/hello/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0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Installation and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development environment and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Set up development environment and verify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complete setup of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environment, including all required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Course repository layout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Project-local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(`--local`) keeps tools inside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repo for reproducibility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WSL2/Linux is the primary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target; macOS supported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Homebrew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`VERILATOR_ROOT`, `UVM_HOME`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must resolve before running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tools/verilator/: Git submodule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SystemVerilog/Verilog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simulator (build from source)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Course repository layout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tools/uvm-2017/: IEEE 1800.2-2017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 (UVM_HOME)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scripts/installation.sh: One-shot installer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+ UVM +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scripts/moduleN.sh: Per-module example orchestrator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(modules 1–8)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moduleN/examples/: Hands-on labs referenced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slides and EXAMPLES.md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Course repository layout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media/moduleN/: Generated slides, PDF, and narrated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video per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Build and simulation artifact flow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compiles design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single fast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binary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examples add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`-I$UVM_HOME/src`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`+define+UVM_NO_DPI`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flow: install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`verilator --version`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`./scripts/module0.sh --check`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Module 1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Source .v/.sv — RTL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SystemVerilog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Build and simulation artifact flow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verilator --cc — Emits C++ model under obj_dir/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make -C obj_dir — Links Vtop (or V&lt;module&gt;)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./obj_dir/V* — Runs simulation; prints PASS/FAIL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UVM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*.vcd (optional) — Waveform when --trace enabled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Installation &amp;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to run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repo root: ./scripts/module0.sh --check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validate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./scripts/module0.sh --demo — print demo commands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locally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./scripts/module0.sh --scaffold — create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~/unix_practice/ exercise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 module0/EXAMPLES.md — run each numbered lab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your terminal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Track progress with module0/CHECKLIST.md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moving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Source .v/.sv — RTL and testbench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verilator --cc — Emits C++ model under obj_dir/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make -C obj_dir — Links Vtop (or V&lt;module&gt;)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./obj_dir/V* — Runs simulation; prints PASS/FAIL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UVM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*.vcd (optional) — Waveform when --trace enabled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tools/verilator/: Git submodule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SystemVerilog/Verilog simulator (build from source)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tools/uvm-2017/: IEEE 1800.2-2017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 (UVM_HOME)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scripts/installation.sh: One-shot installer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+ UVM +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scripts/moduleN.sh: Per-module example orchestrator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(modules 1–8)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moduleN/examples/: Hands-on labs referenced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slides and EXAMPLES.md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media/moduleN/: Generated slides, PDF, and narrated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video per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Step-by-step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--version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./scripts/module0.sh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Module 1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Environment verification strategy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`./scripts/installation.sh`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(or per-tool scripts) before any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compiler toolchain: `gcc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--version`, `make --version`,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`git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Confirm Verilator: `verilator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--version` and a minimal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`--lint-only` compile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Confirm UVM: `echo $UVM_HOME`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points at `tools/uvm-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2017/1800.2-2017-1.0/src`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Environment verification strategy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`./scripts/module0.sh --check` for an automated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Smoke test and troubleshooting workflow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Smoke test: compile one trivial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file with Verilator;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 clean exit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smoke: run `module3/examples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/class_hierarchy` after Module 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failures: missing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`UVM_HOME`, wrong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version, WSL path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Logs: capture terminal output;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search for `Error`, `%Error`,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`UVM_FATAL`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Smoke test and troubleshooting workflow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Escalation: re-run installer with `--from-submodule`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a clean Verilator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Operating System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(Ubuntu/Debian, CentOS/RHEL, Fedora)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(Intel and Apple Silicon)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 (WSL2 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Hardware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Minimum 8GB RAM (16GB+ 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10GB free disk space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Multi-core processor recommended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Software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C/C++ compiler (GCC 7+, Clang 10+, or MSVC)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or Ninja build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Perl (for UVM library)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Verilator?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Fast compilation and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 (see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section)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Checks for existing installations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system dependencies (build tools,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Sets up git submodule in `tools/verilator/`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Builds and installs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the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Ubuntu/Debian: `sudo apt-get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CentOS/RHEL: `sudo yum install verilator` or `sudo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dnf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Fedora: `sudo dnf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(latest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Homebrew installation: `brew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MacPorts installation (alternative)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Windows/WSL2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in WSL2 Ubuntu: `sudo apt-get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in WSL2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Verifying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Verilator version: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Verilator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Verilator Installation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compilation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UVM?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Universal Verification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1800.2-2017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Industry-standard verification framework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Downloads Accellera UVM 2017-1.0 tarball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`tools/uvm-2017/`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Extracts and sets up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Creates environment setup script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(`scripts/setup_uvm_env.sh`)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Configures UVM library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Accellera Tarball: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System Package (if available):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Some Linux distributions provide UVM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your distribution's package manager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`UVM_HOME`: Path to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`UVM_VERBOSITY`: Default verbosity 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 for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UVM library exists: `ls $UVM_HOME/uvm_pkg.sv`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(after sourcing `scripts/setup_uvm_env.sh`)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Compile simple UVM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Library Installation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UVM classes 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Commercial Simulator Setup (Optional)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Synopsys VCS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from Synopsys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License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Mentor QuestaSim/ModelSim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from Siemens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Commercial Simulator Setup (Optional)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License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Cadence Xcelium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from Cadence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License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Makefile for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flags: `-sv`, `--timing`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paths: `+incdir+$UVM_HOME` (UVM_HOME already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points to the src directory)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Commercial Simulator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scripts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Recommended 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with SystemVerilog extension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Verible (SystemVerilog linter/formatter)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Sigasi Studio (commercial)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Vim/Neovim with LSP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extension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runner setup for simulations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Extension recommendations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Editor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formatting (Verible)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Linting (Verilator, Verible)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formatting on save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 highlighting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Source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(Design Under Test)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`tools/` directory for tools (Verilator as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submodule, UVM as tarball)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is managed as a git submodule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`tools/verilator/`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is downloaded as a tarball to `tools/uvm-2017/`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(not a git submodule)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Initialize submodules: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`./scripts/init_submodules.sh` or `git submodule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update --init --recursive`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Update submodules: `./scripts/update_submodules.sh`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`git submodule update --remote`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new submodule: `./scripts/add_submodule.sh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&lt;repo_url&gt; &lt;path&gt;`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Remove submodule: `./scripts/remove_submodule.sh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&lt;path&gt;`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Makefile/Configuration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Makefile for running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.gitignore for SystemVerilog and simulation (include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 artifacts, waveforms)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commit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in `.gitmodules` file (only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Verilator, not UVM)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Ensure all tools are installed: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`./scripts/installation.sh`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tools are accessible: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`ls $UVM_HOME/uvm_pkg.sv` (after sourcing `s…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DUT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Verilog module (e.g., AND gate)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testbench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SystemVerilog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and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the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UVM test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Verilator Limitations and Workarounds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Known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Some UVM classes may not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TLM connections may 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 assertion support limited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Workarounds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Verilator Limitations and Workarounds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simplified patterns where possible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commercial alternatives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Focus on concepts over tool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Commercial Simulator Alternatives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Verilator doesn't support a feature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to adapt examples for commercial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Verilator Limitations and Workarounds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Compatibility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syntax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System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 problems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syntax highlighting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resolution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Troubleshooting Common Issues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not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Verification Checklist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C/C++ compiler installed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`./scripts/install_verilator.sh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--from-submodule`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library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`./scripts/installation.sh` (UVM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installed automatically)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Verification Checklist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`ls $UVM_HOME/uvm_pkg.sv` (after sourcing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`scripts/setup_uvm_env.sh`)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tools verified together: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`./scripts/installation.sh` and verify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`verilator --version`…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 runs successfully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and run simple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basic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Verification Checklist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 how to get help when stuck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Verilator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0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verilator --version</a:t>
            </a:r>
          </a:p>
        </p:txBody>
      </p:sp>
      <p:pic>
        <p:nvPicPr>
          <p:cNvPr id="4" name="Picture 3" descr="module0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Verify toolchain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verilator --version &amp;&amp; source scripts/setup_uvm_env.sh 2&gt;/dev/null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|| true &amp;&amp; test -f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"${UVM_HOME:-tools/uvm-2017/1800.2-2017-1.0/src}/uvm_pkg.sv" &amp;&amp; echo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"UVM library OK" &amp;&amp; make…</a:t>
            </a:r>
          </a:p>
        </p:txBody>
      </p:sp>
      <p:pic>
        <p:nvPicPr>
          <p:cNvPr id="4" name="Picture 3" descr="ex01_in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Project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docs/MODULE0.md module1/README.md scripts/installation.sh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6424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000" b="0">
                <a:solidFill>
                  <a:srgbClr val="333333"/>
                </a:solidFill>
                <a:latin typeface="Calibri"/>
              </a:defRPr>
            </a:pPr>
            <a:r>
              <a:t>(screenshot pending: assets/screenshots/ex02_project.png)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Optional full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./scripts/installation.sh --help | head -20</a:t>
            </a:r>
          </a:p>
        </p:txBody>
      </p:sp>
      <p:pic>
        <p:nvPicPr>
          <p:cNvPr id="4" name="Picture 3" descr="ex03_install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First smoke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--help | head -15</a:t>
            </a:r>
          </a:p>
        </p:txBody>
      </p:sp>
      <p:pic>
        <p:nvPicPr>
          <p:cNvPr id="4" name="Picture 3" descr="ex04_h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 and configure all required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 and verify UVM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 your IDE for verification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basic project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a simple verification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Verilator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Troubleshoot common installation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install all required tools independently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set up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Verilator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UVM library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configure IDE for verification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and run a simple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development environment and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module0/CHECKLIST.md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module0/EXAMPLES.md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