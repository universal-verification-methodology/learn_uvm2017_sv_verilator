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module0/examples/install/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module0/examples/project/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module0/examples/install-full/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module0/examples/hello/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0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Installation and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up development environment and verify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installation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Set up development environment and verify installation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the complete setup of your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environment, including all required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tool…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 Requirements and Prerequisites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Operating System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Linux (Ubuntu/Debian, CentOS/RHEL, Fedora)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macOS (Intel and Apple Silicon)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Windows (WSL2 recommended)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Hardware Requirements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Minimum 8GB RAM (16GB+ recommended)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 Requirements and Prerequisites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10GB free disk space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Multi-core processor recommended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Software Prerequisites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C/C++ compiler (GCC 7+, Clang 10+, or MSVC)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 or Ninja build system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 Requirements and Prerequisites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Perl (for UVM library)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Verilator Installation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Verilator?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Open-source Verilog/SystemVerilog simulator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Fast compilation and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Limited SystemVerilog support (see limitations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section)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Automated Installation (Recommended)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the installation script: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Verilator Installation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The script automatically: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Checks for existing installations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Installs system dependencies (build tools,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libraries)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Sets up git submodule in `tools/verilator/`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Builds and installs 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Verifies the installation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Verilator Installation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Manual Installation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Linux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Ubuntu/Debian: `sudo apt-get install verilator`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CentOS/RHEL: `sudo yum install verilator` or `sudo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dnf install verilator`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Fedora: `sudo dnf install verilator`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Building from source (latest features)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Verilator Installation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macOS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Homebrew installation: `brew install verilator`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MacPorts installation (alternative)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Building from source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Windows/WSL2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Installing in WSL2 Ubuntu: `sudo apt-get install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verilator`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Verilator Installation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Building from source in WSL2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Verifying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Steps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Verilator version: `verilator --version`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simple Verilator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Verilator Installation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compilation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Library Installation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UVM?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Universal Verification Methodology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IEEE 1800.2-2017 standard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Industry-standard verification framework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Automated Installation (Recommended)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the installation script: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Library Installation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The script automatically: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Downloads Accellera UVM 2017-1.0 tarball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`tools/uvm-2017/`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Extracts and sets up UVM library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Creates environment setup script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(`scripts/setup_uvm_env.sh`)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Configures UVM library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Manual Installation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Library Installation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From Accellera Tarball: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From System Package (if available):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Some Linux distributions provide UVM packages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your distribution's package manager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Library Installation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`UVM_HOME`: Path to UVM library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`UVM_VERBOSITY`: Default verbosity level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Include paths for compilation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Steps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UVM library exists: `ls $UVM_HOME/uvm_pkg.sv`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(after sourcing `scripts/setup_uvm_env.sh`)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Compile simple UVM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Library Installation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UVM classes 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Commercial Simulator Setup (Optional)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Synopsys VCS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Installation from Synopsys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License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library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Mentor QuestaSim/ModelSim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Installation from Siemens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Commercial Simulator Setup (Optional)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License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library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Cadence Xcelium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Installation from Cadence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License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library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Build System Configuration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Makefile for 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Include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Compilation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Build System Configuration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flags: `-sv`, `--timing`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Include paths: `+incdir+$UVM_HOME` (UVM_HOME already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points to the src directory)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Optimization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options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Commercial Simulator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scripts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Build System Configuration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scripts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IDE Setup and Configuration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Recommended 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VS Code with SystemVerilog extension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Verible (SystemVerilog linter/formatter)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Sigasi Studio (commercial)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Vim/Neovim with LSP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VS Code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IDE Setup and Configuration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extension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runner setup for simulations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Extension recommendations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Editor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IDE Setup and Configuration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formatting (Verible)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Linting (Verilator, Verible)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formatting on save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 highlighting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Project Structure Setup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Directory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Source code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directory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(Design Under Test)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files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`tools/` directory for tools (Verilator as git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submodule, UVM as tarball)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Project Structure Setup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Git Submodules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is managed as a git submodule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`tools/verilator/`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is downloaded as a tarball to `tools/uvm-2017/`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(not a git submodule)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Initialize submodules: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`./scripts/init_submodules.sh` or `git submodule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update --init --recursive`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Update submodules: `./scripts/update_submodules.sh`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 `git submodule update --remote`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 new submodule: `./scripts/add_submodule.sh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&lt;repo_url&gt; &lt;path&gt;`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Project Structure Setup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Remove submodule: `./scripts/remove_submodule.sh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&lt;path&gt;`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Makefile/Configuration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Makefile for running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variable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Project Structure Setup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Git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.gitignore for SystemVerilog and simulation (include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build artifacts, waveforms)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Initial commit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Git submodules in `.gitmodules` file (only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Verilator, not UVM)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First "Hello World" Verification Test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Prerequisites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Ensure all tools are installed: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`./scripts/installation.sh`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tools are accessible: `verilator --version`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`ls $UVM_HOME/uvm_pkg.sv` (after sourcing `s…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DUT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Verilog module (e.g., AND gate)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testbench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First "Hello World" Verification Test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SystemVerilog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 and reading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Running the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First "Hello World" Verification Test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First UVM test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UVM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Running UVM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Understanding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Verilator Limitations and Workarounds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Known Limitations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Limited SystemVerilog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Some UVM classes may not work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Complex TLM connections may fail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Full assertion support limited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Workarounds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Verilator Limitations and Workarounds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simplified patterns where possible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 commercial alternatives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Focus on concepts over tool features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Commercial Simulator Alternatives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Verilator doesn't support a feature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How to adapt examples for commercial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Verilator Limitations and Workarounds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Compatibility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Troubleshooting Common Issues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Missing dependencies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 compatibility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Path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syntax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Troubleshooting Common Issues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Library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Import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Path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 compatibility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System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Troubleshooting Common Issues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Include path problems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IDE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syntax highlighting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Import resolution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Troubleshooting Common Issues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not working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11. Verification Checklist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C/C++ compiler installed and working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installed and verified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script: `./scripts/install_verilator.sh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--from-submodule`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Verify: `verilator --version`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library installed and verified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script: `./scripts/installation.sh` (UVM 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installed automatically)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11. Verification Checklist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Verify: `ls $UVM_HOME/uvm_pkg.sv` (after sourcing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`scripts/setup_uvm_env.sh`)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All tools verified together: Run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`./scripts/installation.sh` and verify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`verilator --version`…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IDE configured and working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First test runs successfully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and run simple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basic project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11. Verification Checklist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Know how to get help when stuck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Verilator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0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verilator --version</a:t>
            </a:r>
          </a:p>
        </p:txBody>
      </p:sp>
      <p:pic>
        <p:nvPicPr>
          <p:cNvPr id="4" name="Picture 3" descr="module0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Verify toolchain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verilator --version &amp;&amp; source scripts/setup_uvm_env.sh 2&gt;/dev/null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|| true &amp;&amp; test -f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"${UVM_HOME:-tools/uvm-2017/1800.2-2017-1.0/src}/uvm_pkg.sv" &amp;&amp; echo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"UVM library OK" &amp;&amp; make…</a:t>
            </a:r>
          </a:p>
        </p:txBody>
      </p:sp>
      <p:pic>
        <p:nvPicPr>
          <p:cNvPr id="4" name="Picture 3" descr="ex01_in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Project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ls -la docs/MODULE0.md module1/README.md scripts/installation.sh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1106424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000" b="0">
                <a:solidFill>
                  <a:srgbClr val="333333"/>
                </a:solidFill>
                <a:latin typeface="Calibri"/>
              </a:defRPr>
            </a:pPr>
            <a:r>
              <a:t>(screenshot pending: assets/screenshots/ex02_project.png)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Optional full install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./scripts/installation.sh --help | head -20</a:t>
            </a:r>
          </a:p>
        </p:txBody>
      </p:sp>
      <p:pic>
        <p:nvPicPr>
          <p:cNvPr id="4" name="Picture 3" descr="ex03_install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First smoke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./scripts/module1.sh --help | head -15</a:t>
            </a:r>
          </a:p>
        </p:txBody>
      </p:sp>
      <p:pic>
        <p:nvPicPr>
          <p:cNvPr id="4" name="Picture 3" descr="ex04_h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 and configure all required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up 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 and verify UVM library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Configure your IDE for verification work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a basic project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a simple verification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Verilator limitations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Troubleshoot common installation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Installation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First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IDE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Project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install all required tools independently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set up 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verify Verilator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verify UVM library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configure IDE for verification work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and run a simple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up development environment and verify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module0/CHECKLIST.md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module0/EXAMPLES.md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